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6858000" cy="9144000"/>
  <p:defaultTextStyle>
    <a:defPPr marR="0" algn="l">
      <a:lnSpc>
        <a:spcPct val="100000"/>
      </a:lnSpc>
      <a:spcBef>
        <a:spcPts val="0"/>
      </a:spcBef>
      <a:spcAft>
        <a:spcPts val="0"/>
      </a:spcAft>
      <a:buNone/>
    </a:defPPr>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62" d="100"/>
          <a:sy n="162" d="100"/>
        </p:scale>
        <p:origin x="14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 Started with 121 celebrity photos from CelebA</a:t>
            </a:r>
          </a:p>
          <a:p>
            <a:pPr marL="0" lvl="0" indent="0" algn="l">
              <a:spcBef>
                <a:spcPts val="0"/>
              </a:spcBef>
              <a:spcAft>
                <a:spcPts val="0"/>
              </a:spcAft>
              <a:buNone/>
            </a:pPr>
            <a:r>
              <a:t>• Needed more images with multiple people</a:t>
            </a:r>
          </a:p>
          <a:p>
            <a:pPr marL="0" lvl="0" indent="0" algn="l">
              <a:spcBef>
                <a:spcPts val="0"/>
              </a:spcBef>
              <a:spcAft>
                <a:spcPts val="0"/>
              </a:spcAft>
              <a:buNone/>
            </a:pPr>
            <a:r>
              <a:t>• Made synthetic images with 2–5 celebrities each</a:t>
            </a:r>
          </a:p>
          <a:p>
            <a:pPr marL="0" lvl="0" indent="0" algn="l">
              <a:spcBef>
                <a:spcPts val="0"/>
              </a:spcBef>
              <a:spcAft>
                <a:spcPts val="0"/>
              </a:spcAft>
              <a:buNone/>
            </a:pPr>
            <a:r>
              <a:t>• Changed positions, sizes, lighting, and backgrounds</a:t>
            </a:r>
          </a:p>
          <a:p>
            <a:pPr marL="0" lvl="0" indent="0" algn="l">
              <a:spcBef>
                <a:spcPts val="0"/>
              </a:spcBef>
              <a:spcAft>
                <a:spcPts val="0"/>
              </a:spcAft>
              <a:buNone/>
            </a:pPr>
            <a:r>
              <a:t>• Used YuNet to draw face boxes; saved labels in YOLO format</a:t>
            </a:r>
          </a:p>
          <a:p>
            <a:pPr marL="0" lvl="0" indent="0" algn="l">
              <a:spcBef>
                <a:spcPts val="0"/>
              </a:spcBef>
              <a:spcAft>
                <a:spcPts val="0"/>
              </a:spcAft>
              <a:buNone/>
            </a:pPr>
            <a:r>
              <a:t>• Final dataset: 576 images and 1,820 labeled faces</a:t>
            </a:r>
          </a:p>
          <a:p>
            <a:pPr marL="0" lvl="0" indent="0" algn="l">
              <a:spcBef>
                <a:spcPts val="0"/>
              </a:spcBef>
              <a:spcAft>
                <a:spcPts val="0"/>
              </a:spcAft>
              <a:buNone/>
            </a:pPr>
            <a:r>
              <a:t>• Split: 504 train, 36 validation, 36 test</a:t>
            </a:r>
          </a:p>
          <a:p>
            <a:pPr marL="0" lvl="0" indent="0" algn="l">
              <a:spcBef>
                <a:spcPts val="0"/>
              </a:spcBef>
              <a:spcAft>
                <a:spcPts val="0"/>
              </a:spcAft>
              <a:buNone/>
            </a:pPr>
            <a:r>
              <a:t>• Kept original photos separate across splits to avoid data leakage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project combines the detector from Milestone 3 with the classifier from Milestone 1. YOLOv8n first locates faces. ResNet18 then classifies a portrait crop of each face. The demo averages the models’ identity scores with equal weights at the displayed default setting. This gives us one fused prediction and confidence for each detected face.</a:t>
            </a:r>
          </a:p>
          <a:p>
            <a:endParaRPr/>
          </a:p>
          <a:p>
            <a:r>
              <a:t>Sources: Demo interface supplied by Murat Akca, image(20261019-183443).png. Original project overview in slides 1 and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named result includes a colored box, the predicted identity, and a confidence score. The gray unknown label appears when the fused confidence falls below the configured threshold. The interface shows a validated default of 0.61. We can inspect the Faces table to compare the detector and classifier predictions. The app also describes a fallback: if it finds no face, ResNet18 classifies the whole image. A confidence score should still be checked against the image rather than treated as proof of a correct prediction.</a:t>
            </a:r>
          </a:p>
          <a:p>
            <a:endParaRPr/>
          </a:p>
          <a:p>
            <a:r>
              <a:t>Sources: Murat Akca’s instructions, image(20261019-183433).png. Demo interface, image(20261019-183443).png.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the live demonstration, open the repository in a terminal and activate the project’s existing environment. Run the command exactly as shown from the repository root. Then open the local address in the browser. Keep that terminal session open because it runs the app. The address 127.0.0.1 refers to the presenter’s own computer. Use the configured project environment and its existing model files.</a:t>
            </a:r>
          </a:p>
          <a:p>
            <a:endParaRPr/>
          </a:p>
          <a:p>
            <a:r>
              <a:t>Sources: Murat Akca’s laptop launch instructions, image(20261019-183433).png.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left side accepts the input image and the right side displays the annotated output. Murat describes three input methods: dragging an image, pasting a screenshot, or using the webcam. The screenshot shows an unknown threshold of 0.61 and a YOLOv8n voting weight of 0.50. Keep those defaults for the initial demonstration. The app displays results when an image loads, and the Identify button provides an explicit prediction control. Inspect the Faces table below the image output for model-level details.</a:t>
            </a:r>
          </a:p>
          <a:p>
            <a:endParaRPr/>
          </a:p>
          <a:p>
            <a:r>
              <a:t>Sources: Interface image supplied by Murat Akca, image(20261019-183443).png, cropped within the slide to show the app. Input behavior from image(20261019-183433).png.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10" name="Google Shape;10;p2">
            <a:extLst>
              <a:ext uri="{FF2B5EF4-FFF2-40B4-BE49-F238E27FC236}">
                <a16:creationId xmlns:a16="http://schemas.microsoft.com/office/drawing/2014/main" id="{9159E917-7DCF-4814-ADE7-947E28236ACE}"/>
              </a:ext>
            </a:extLst>
          </p:cNvPr>
          <p:cNvSpPr>
            <a:spLocks noGrp="1"/>
          </p:cNvSpPr>
          <p:nvPr>
            <p:ph type="ctrTitle"/>
          </p:nvPr>
        </p:nvSpPr>
        <p:spPr>
          <a:xfrm>
            <a:off x="311708" y="744575"/>
            <a:ext cx="8520600" cy="2052600"/>
          </a:xfrm>
          <a:prstGeom prst="rect">
            <a:avLst/>
          </a:prstGeom>
        </p:spPr>
        <p:txBody>
          <a:bodyPr spcFirstLastPara="1" wrap="square" lIns="91425" tIns="91425" rIns="91425" bIns="91425" anchor="b">
            <a:normAutofit/>
          </a:bodyPr>
          <a:lstStyle>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a:endParaRPr/>
          </a:p>
        </p:txBody>
      </p:sp>
      <p:sp>
        <p:nvSpPr>
          <p:cNvPr id="11" name="Google Shape;11;p2">
            <a:extLst>
              <a:ext uri="{FF2B5EF4-FFF2-40B4-BE49-F238E27FC236}">
                <a16:creationId xmlns:a16="http://schemas.microsoft.com/office/drawing/2014/main" id="{F8AACB59-7C30-4BAE-A18E-543784CC47CB}"/>
              </a:ext>
            </a:extLst>
          </p:cNvPr>
          <p:cNvSpPr>
            <a:spLocks noGrp="1"/>
          </p:cNvSpPr>
          <p:nvPr>
            <p:ph type="subTitle" idx="1"/>
          </p:nvPr>
        </p:nvSpPr>
        <p:spPr>
          <a:xfrm>
            <a:off x="311700" y="2834125"/>
            <a:ext cx="8520600" cy="792600"/>
          </a:xfrm>
          <a:prstGeom prst="rect">
            <a:avLst/>
          </a:prstGeom>
        </p:spPr>
        <p:txBody>
          <a:bodyPr spcFirstLastPara="1" wrap="square" lIns="91425" tIns="91425" rIns="91425" bIns="91425" anchor="t">
            <a:normAutofit/>
          </a:bodyPr>
          <a:lstStyle>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a:endParaRPr/>
          </a:p>
        </p:txBody>
      </p:sp>
      <p:sp>
        <p:nvSpPr>
          <p:cNvPr id="12" name="Google Shape;12;p2">
            <a:extLst>
              <a:ext uri="{FF2B5EF4-FFF2-40B4-BE49-F238E27FC236}">
                <a16:creationId xmlns:a16="http://schemas.microsoft.com/office/drawing/2014/main" id="{85CF4CE0-9AD0-497A-B103-2622B7AA016E}"/>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14" name="Google Shape;14;p3">
            <a:extLst>
              <a:ext uri="{FF2B5EF4-FFF2-40B4-BE49-F238E27FC236}">
                <a16:creationId xmlns:a16="http://schemas.microsoft.com/office/drawing/2014/main" id="{923975ED-AD5A-45BE-93DF-B462F421C226}"/>
              </a:ext>
            </a:extLst>
          </p:cNvPr>
          <p:cNvSpPr>
            <a:spLocks noGrp="1"/>
          </p:cNvSpPr>
          <p:nvPr>
            <p:ph type="title"/>
          </p:nvPr>
        </p:nvSpPr>
        <p:spPr>
          <a:xfrm>
            <a:off x="311700" y="2150850"/>
            <a:ext cx="8520600" cy="841800"/>
          </a:xfrm>
          <a:prstGeom prst="rect">
            <a:avLst/>
          </a:prstGeom>
        </p:spPr>
        <p:txBody>
          <a:bodyPr spcFirstLastPara="1" wrap="square" lIns="91425" tIns="91425" rIns="91425" bIns="91425" anchor="ctr">
            <a:normAutofit/>
          </a:bodyPr>
          <a:lstStyle>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15" name="Google Shape;15;p3">
            <a:extLst>
              <a:ext uri="{FF2B5EF4-FFF2-40B4-BE49-F238E27FC236}">
                <a16:creationId xmlns:a16="http://schemas.microsoft.com/office/drawing/2014/main" id="{4046EE13-2D23-4F42-AA0A-DAB1DE086017}"/>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a:xfrm>
          <a:off x="0" y="0"/>
          <a:ext cx="0" cy="0"/>
          <a:chOff x="0" y="0"/>
          <a:chExt cx="0" cy="0"/>
        </a:xfrm>
      </p:grpSpPr>
      <p:sp>
        <p:nvSpPr>
          <p:cNvPr id="17" name="Google Shape;17;p4">
            <a:extLst>
              <a:ext uri="{FF2B5EF4-FFF2-40B4-BE49-F238E27FC236}">
                <a16:creationId xmlns:a16="http://schemas.microsoft.com/office/drawing/2014/main" id="{CC7674F2-5140-409E-84D4-572498EA80E8}"/>
              </a:ext>
            </a:extLst>
          </p:cNvPr>
          <p:cNvSpPr>
            <a:spLocks noGrp="1"/>
          </p:cNvSpPr>
          <p:nvPr>
            <p:ph type="title"/>
          </p:nvPr>
        </p:nvSpPr>
        <p:spPr>
          <a:xfrm>
            <a:off x="311700" y="445025"/>
            <a:ext cx="8520600" cy="572700"/>
          </a:xfrm>
          <a:prstGeom prst="rect">
            <a:avLst/>
          </a:prstGeom>
        </p:spPr>
        <p:txBody>
          <a:bodyPr spcFirstLastPara="1" wrap="square" lIns="91425" tIns="91425" rIns="91425" bIns="91425" anchor="t">
            <a:normAutofit/>
          </a:bodyPr>
          <a:lstStyle>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18" name="Google Shape;18;p4">
            <a:extLst>
              <a:ext uri="{FF2B5EF4-FFF2-40B4-BE49-F238E27FC236}">
                <a16:creationId xmlns:a16="http://schemas.microsoft.com/office/drawing/2014/main" id="{6C1B1D9D-6A71-4898-A03F-275D714138BE}"/>
              </a:ext>
            </a:extLst>
          </p:cNvPr>
          <p:cNvSpPr>
            <a:spLocks noGrp="1"/>
          </p:cNvSpPr>
          <p:nvPr>
            <p:ph type="body" idx="1"/>
          </p:nvPr>
        </p:nvSpPr>
        <p:spPr>
          <a:xfrm>
            <a:off x="311700" y="1152475"/>
            <a:ext cx="8520600" cy="3416400"/>
          </a:xfrm>
          <a:prstGeom prst="rect">
            <a:avLst/>
          </a:prstGeom>
        </p:spPr>
        <p:txBody>
          <a:bodyPr spcFirstLastPara="1" wrap="square" lIns="91425" tIns="91425" rIns="91425" bIns="91425" anchor="t">
            <a:normAutofit/>
          </a:bodyPr>
          <a:lstStyle>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a:endParaRPr/>
          </a:p>
        </p:txBody>
      </p:sp>
      <p:sp>
        <p:nvSpPr>
          <p:cNvPr id="19" name="Google Shape;19;p4">
            <a:extLst>
              <a:ext uri="{FF2B5EF4-FFF2-40B4-BE49-F238E27FC236}">
                <a16:creationId xmlns:a16="http://schemas.microsoft.com/office/drawing/2014/main" id="{4417B61F-4A30-4140-AB77-DE37ED8FACBB}"/>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spTree>
      <p:nvGrpSpPr>
        <p:cNvPr id="1" name=""/>
        <p:cNvGrpSpPr/>
        <p:nvPr/>
      </p:nvGrpSpPr>
      <p:grpSpPr>
        <a:xfrm>
          <a:off x="0" y="0"/>
          <a:ext cx="0" cy="0"/>
          <a:chOff x="0" y="0"/>
          <a:chExt cx="0" cy="0"/>
        </a:xfrm>
      </p:grpSpPr>
      <p:sp>
        <p:nvSpPr>
          <p:cNvPr id="21" name="Google Shape;21;p5">
            <a:extLst>
              <a:ext uri="{FF2B5EF4-FFF2-40B4-BE49-F238E27FC236}">
                <a16:creationId xmlns:a16="http://schemas.microsoft.com/office/drawing/2014/main" id="{0D80E1E2-7CA1-42D4-A931-1BA28C150492}"/>
              </a:ext>
            </a:extLst>
          </p:cNvPr>
          <p:cNvSpPr>
            <a:spLocks noGrp="1"/>
          </p:cNvSpPr>
          <p:nvPr>
            <p:ph type="title"/>
          </p:nvPr>
        </p:nvSpPr>
        <p:spPr>
          <a:xfrm>
            <a:off x="311700" y="445025"/>
            <a:ext cx="8520600" cy="572700"/>
          </a:xfrm>
          <a:prstGeom prst="rect">
            <a:avLst/>
          </a:prstGeom>
        </p:spPr>
        <p:txBody>
          <a:bodyPr spcFirstLastPara="1" wrap="square" lIns="91425" tIns="91425" rIns="91425" bIns="91425" anchor="t">
            <a:normAutofit/>
          </a:bodyPr>
          <a:lstStyle>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22" name="Google Shape;22;p5">
            <a:extLst>
              <a:ext uri="{FF2B5EF4-FFF2-40B4-BE49-F238E27FC236}">
                <a16:creationId xmlns:a16="http://schemas.microsoft.com/office/drawing/2014/main" id="{F1B77680-05DF-41D8-96ED-65421A7347E7}"/>
              </a:ext>
            </a:extLst>
          </p:cNvPr>
          <p:cNvSpPr>
            <a:spLocks noGrp="1"/>
          </p:cNvSpPr>
          <p:nvPr>
            <p:ph type="body" idx="1"/>
          </p:nvPr>
        </p:nvSpPr>
        <p:spPr>
          <a:xfrm>
            <a:off x="311700" y="1152475"/>
            <a:ext cx="3999900" cy="3416400"/>
          </a:xfrm>
          <a:prstGeom prst="rect">
            <a:avLst/>
          </a:prstGeom>
        </p:spPr>
        <p:txBody>
          <a:bodyPr spcFirstLastPara="1" wrap="square" lIns="91425" tIns="91425" rIns="91425" bIns="91425" anchor="t">
            <a:normAutofit/>
          </a:bodyPr>
          <a:lstStyle>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a:endParaRPr/>
          </a:p>
        </p:txBody>
      </p:sp>
      <p:sp>
        <p:nvSpPr>
          <p:cNvPr id="23" name="Google Shape;23;p5">
            <a:extLst>
              <a:ext uri="{FF2B5EF4-FFF2-40B4-BE49-F238E27FC236}">
                <a16:creationId xmlns:a16="http://schemas.microsoft.com/office/drawing/2014/main" id="{F5551C55-AC29-4B4D-92EF-1D94A6C8BBFC}"/>
              </a:ext>
            </a:extLst>
          </p:cNvPr>
          <p:cNvSpPr>
            <a:spLocks noGrp="1"/>
          </p:cNvSpPr>
          <p:nvPr>
            <p:ph type="body" idx="2"/>
          </p:nvPr>
        </p:nvSpPr>
        <p:spPr>
          <a:xfrm>
            <a:off x="4832400" y="1152475"/>
            <a:ext cx="3999900" cy="3416400"/>
          </a:xfrm>
          <a:prstGeom prst="rect">
            <a:avLst/>
          </a:prstGeom>
        </p:spPr>
        <p:txBody>
          <a:bodyPr spcFirstLastPara="1" wrap="square" lIns="91425" tIns="91425" rIns="91425" bIns="91425" anchor="t">
            <a:normAutofit/>
          </a:bodyPr>
          <a:lstStyle>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a:endParaRPr/>
          </a:p>
        </p:txBody>
      </p:sp>
      <p:sp>
        <p:nvSpPr>
          <p:cNvPr id="24" name="Google Shape;24;p5">
            <a:extLst>
              <a:ext uri="{FF2B5EF4-FFF2-40B4-BE49-F238E27FC236}">
                <a16:creationId xmlns:a16="http://schemas.microsoft.com/office/drawing/2014/main" id="{207975CB-6D4A-434F-9A34-6826C9F84E83}"/>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26" name="Google Shape;26;p6">
            <a:extLst>
              <a:ext uri="{FF2B5EF4-FFF2-40B4-BE49-F238E27FC236}">
                <a16:creationId xmlns:a16="http://schemas.microsoft.com/office/drawing/2014/main" id="{0A7D481E-BE7A-40D3-8F9E-A456DDFE6DC5}"/>
              </a:ext>
            </a:extLst>
          </p:cNvPr>
          <p:cNvSpPr>
            <a:spLocks noGrp="1"/>
          </p:cNvSpPr>
          <p:nvPr>
            <p:ph type="title"/>
          </p:nvPr>
        </p:nvSpPr>
        <p:spPr>
          <a:xfrm>
            <a:off x="311700" y="445025"/>
            <a:ext cx="8520600" cy="572700"/>
          </a:xfrm>
          <a:prstGeom prst="rect">
            <a:avLst/>
          </a:prstGeom>
        </p:spPr>
        <p:txBody>
          <a:bodyPr spcFirstLastPara="1" wrap="square" lIns="91425" tIns="91425" rIns="91425" bIns="91425" anchor="t">
            <a:normAutofit/>
          </a:bodyPr>
          <a:lstStyle>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27" name="Google Shape;27;p6">
            <a:extLst>
              <a:ext uri="{FF2B5EF4-FFF2-40B4-BE49-F238E27FC236}">
                <a16:creationId xmlns:a16="http://schemas.microsoft.com/office/drawing/2014/main" id="{39A6AF1D-DA79-4D6C-9BC4-25E640D6238F}"/>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
        <p:cNvGrpSpPr/>
        <p:nvPr/>
      </p:nvGrpSpPr>
      <p:grpSpPr>
        <a:xfrm>
          <a:off x="0" y="0"/>
          <a:ext cx="0" cy="0"/>
          <a:chOff x="0" y="0"/>
          <a:chExt cx="0" cy="0"/>
        </a:xfrm>
      </p:grpSpPr>
      <p:sp>
        <p:nvSpPr>
          <p:cNvPr id="29" name="Google Shape;29;p7">
            <a:extLst>
              <a:ext uri="{FF2B5EF4-FFF2-40B4-BE49-F238E27FC236}">
                <a16:creationId xmlns:a16="http://schemas.microsoft.com/office/drawing/2014/main" id="{50C05174-09EA-49BD-8186-D15FEEE00DA3}"/>
              </a:ext>
            </a:extLst>
          </p:cNvPr>
          <p:cNvSpPr>
            <a:spLocks noGrp="1"/>
          </p:cNvSpPr>
          <p:nvPr>
            <p:ph type="title"/>
          </p:nvPr>
        </p:nvSpPr>
        <p:spPr>
          <a:xfrm>
            <a:off x="311700" y="555600"/>
            <a:ext cx="2808000" cy="755700"/>
          </a:xfrm>
          <a:prstGeom prst="rect">
            <a:avLst/>
          </a:prstGeom>
        </p:spPr>
        <p:txBody>
          <a:bodyPr spcFirstLastPara="1" wrap="square" lIns="91425" tIns="91425" rIns="91425" bIns="91425" anchor="b">
            <a:normAutofit/>
          </a:bodyPr>
          <a:lstStyle>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30" name="Google Shape;30;p7">
            <a:extLst>
              <a:ext uri="{FF2B5EF4-FFF2-40B4-BE49-F238E27FC236}">
                <a16:creationId xmlns:a16="http://schemas.microsoft.com/office/drawing/2014/main" id="{9B7958C4-05B7-4A76-BA8B-1EC33F65A7EF}"/>
              </a:ext>
            </a:extLst>
          </p:cNvPr>
          <p:cNvSpPr>
            <a:spLocks noGrp="1"/>
          </p:cNvSpPr>
          <p:nvPr>
            <p:ph type="body" idx="1"/>
          </p:nvPr>
        </p:nvSpPr>
        <p:spPr>
          <a:xfrm>
            <a:off x="311700" y="1389600"/>
            <a:ext cx="2808000" cy="3179400"/>
          </a:xfrm>
          <a:prstGeom prst="rect">
            <a:avLst/>
          </a:prstGeom>
        </p:spPr>
        <p:txBody>
          <a:bodyPr spcFirstLastPara="1" wrap="square" lIns="91425" tIns="91425" rIns="91425" bIns="91425" anchor="t">
            <a:normAutofit/>
          </a:bodyPr>
          <a:lstStyle>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a:endParaRPr/>
          </a:p>
        </p:txBody>
      </p:sp>
      <p:sp>
        <p:nvSpPr>
          <p:cNvPr id="31" name="Google Shape;31;p7">
            <a:extLst>
              <a:ext uri="{FF2B5EF4-FFF2-40B4-BE49-F238E27FC236}">
                <a16:creationId xmlns:a16="http://schemas.microsoft.com/office/drawing/2014/main" id="{8846ACC0-2ED2-4FCA-8F5C-67F83AFBCC50}"/>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
        <p:cNvGrpSpPr/>
        <p:nvPr/>
      </p:nvGrpSpPr>
      <p:grpSpPr>
        <a:xfrm>
          <a:off x="0" y="0"/>
          <a:ext cx="0" cy="0"/>
          <a:chOff x="0" y="0"/>
          <a:chExt cx="0" cy="0"/>
        </a:xfrm>
      </p:grpSpPr>
      <p:sp>
        <p:nvSpPr>
          <p:cNvPr id="33" name="Google Shape;33;p8">
            <a:extLst>
              <a:ext uri="{FF2B5EF4-FFF2-40B4-BE49-F238E27FC236}">
                <a16:creationId xmlns:a16="http://schemas.microsoft.com/office/drawing/2014/main" id="{2FC92A11-9ACD-4052-9027-C415B98DC25B}"/>
              </a:ext>
            </a:extLst>
          </p:cNvPr>
          <p:cNvSpPr>
            <a:spLocks noGrp="1"/>
          </p:cNvSpPr>
          <p:nvPr>
            <p:ph type="title"/>
          </p:nvPr>
        </p:nvSpPr>
        <p:spPr>
          <a:xfrm>
            <a:off x="490250" y="450150"/>
            <a:ext cx="6367800" cy="4090800"/>
          </a:xfrm>
          <a:prstGeom prst="rect">
            <a:avLst/>
          </a:prstGeom>
        </p:spPr>
        <p:txBody>
          <a:bodyPr spcFirstLastPara="1" wrap="square" lIns="91425" tIns="91425" rIns="91425" bIns="91425" anchor="ctr">
            <a:normAutofit/>
          </a:bodyPr>
          <a:lstStyle>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sp>
        <p:nvSpPr>
          <p:cNvPr id="34" name="Google Shape;34;p8">
            <a:extLst>
              <a:ext uri="{FF2B5EF4-FFF2-40B4-BE49-F238E27FC236}">
                <a16:creationId xmlns:a16="http://schemas.microsoft.com/office/drawing/2014/main" id="{688AF717-3CF7-4C8F-9873-F2EB80EB38B6}"/>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
        <p:cNvGrpSpPr/>
        <p:nvPr/>
      </p:nvGrpSpPr>
      <p:grpSpPr>
        <a:xfrm>
          <a:off x="0" y="0"/>
          <a:ext cx="0" cy="0"/>
          <a:chOff x="0" y="0"/>
          <a:chExt cx="0" cy="0"/>
        </a:xfrm>
      </p:grpSpPr>
      <p:sp>
        <p:nvSpPr>
          <p:cNvPr id="36" name="Google Shape;36;p9">
            <a:extLst>
              <a:ext uri="{FF2B5EF4-FFF2-40B4-BE49-F238E27FC236}">
                <a16:creationId xmlns:a16="http://schemas.microsoft.com/office/drawing/2014/main" id="{D63113FF-5326-4DB1-A2C0-E31CDED18ECF}"/>
              </a:ext>
            </a:extLst>
          </p:cNvPr>
          <p:cNvSpPr>
            <a:spLocks noGrp="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37" name="Google Shape;37;p9">
            <a:extLst>
              <a:ext uri="{FF2B5EF4-FFF2-40B4-BE49-F238E27FC236}">
                <a16:creationId xmlns:a16="http://schemas.microsoft.com/office/drawing/2014/main" id="{1423B8EF-DDEA-413C-9B7B-B22C2C042A60}"/>
              </a:ext>
            </a:extLst>
          </p:cNvPr>
          <p:cNvSpPr>
            <a:spLocks noGrp="1"/>
          </p:cNvSpPr>
          <p:nvPr>
            <p:ph type="title"/>
          </p:nvPr>
        </p:nvSpPr>
        <p:spPr>
          <a:xfrm>
            <a:off x="265500" y="1233175"/>
            <a:ext cx="4045200" cy="1482300"/>
          </a:xfrm>
          <a:prstGeom prst="rect">
            <a:avLst/>
          </a:prstGeom>
        </p:spPr>
        <p:txBody>
          <a:bodyPr spcFirstLastPara="1" wrap="square" lIns="91425" tIns="91425" rIns="91425" bIns="91425" anchor="b">
            <a:normAutofit/>
          </a:bodyPr>
          <a:lstStyle>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a:endParaRPr/>
          </a:p>
        </p:txBody>
      </p:sp>
      <p:sp>
        <p:nvSpPr>
          <p:cNvPr id="38" name="Google Shape;38;p9">
            <a:extLst>
              <a:ext uri="{FF2B5EF4-FFF2-40B4-BE49-F238E27FC236}">
                <a16:creationId xmlns:a16="http://schemas.microsoft.com/office/drawing/2014/main" id="{71FC0023-474C-4D96-9FF4-586B5E60917D}"/>
              </a:ext>
            </a:extLst>
          </p:cNvPr>
          <p:cNvSpPr>
            <a:spLocks noGrp="1"/>
          </p:cNvSpPr>
          <p:nvPr>
            <p:ph type="subTitle" idx="1"/>
          </p:nvPr>
        </p:nvSpPr>
        <p:spPr>
          <a:xfrm>
            <a:off x="265500" y="2803075"/>
            <a:ext cx="4045200" cy="1235100"/>
          </a:xfrm>
          <a:prstGeom prst="rect">
            <a:avLst/>
          </a:prstGeom>
        </p:spPr>
        <p:txBody>
          <a:bodyPr spcFirstLastPara="1" wrap="square" lIns="91425" tIns="91425" rIns="91425" bIns="91425" anchor="t">
            <a:normAutofit/>
          </a:bodyPr>
          <a:lstStyle>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a:endParaRPr/>
          </a:p>
        </p:txBody>
      </p:sp>
      <p:sp>
        <p:nvSpPr>
          <p:cNvPr id="39" name="Google Shape;39;p9">
            <a:extLst>
              <a:ext uri="{FF2B5EF4-FFF2-40B4-BE49-F238E27FC236}">
                <a16:creationId xmlns:a16="http://schemas.microsoft.com/office/drawing/2014/main" id="{A752CD3C-A9D9-4589-AA76-AC2C75099E14}"/>
              </a:ext>
            </a:extLst>
          </p:cNvPr>
          <p:cNvSpPr>
            <a:spLocks noGrp="1"/>
          </p:cNvSpPr>
          <p:nvPr>
            <p:ph type="body" idx="2"/>
          </p:nvPr>
        </p:nvSpPr>
        <p:spPr>
          <a:xfrm>
            <a:off x="4939500" y="724075"/>
            <a:ext cx="3837000" cy="3695100"/>
          </a:xfrm>
          <a:prstGeom prst="rect">
            <a:avLst/>
          </a:prstGeom>
        </p:spPr>
        <p:txBody>
          <a:bodyPr spcFirstLastPara="1" wrap="square" lIns="91425" tIns="91425" rIns="91425" bIns="91425" anchor="ctr">
            <a:normAutofit/>
          </a:bodyPr>
          <a:lstStyle>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a:endParaRPr/>
          </a:p>
        </p:txBody>
      </p:sp>
      <p:sp>
        <p:nvSpPr>
          <p:cNvPr id="40" name="Google Shape;40;p9">
            <a:extLst>
              <a:ext uri="{FF2B5EF4-FFF2-40B4-BE49-F238E27FC236}">
                <a16:creationId xmlns:a16="http://schemas.microsoft.com/office/drawing/2014/main" id="{90815CD9-B7A6-458E-A806-6E2B16F49432}"/>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
        <p:cNvGrpSpPr/>
        <p:nvPr/>
      </p:nvGrpSpPr>
      <p:grpSpPr>
        <a:xfrm>
          <a:off x="0" y="0"/>
          <a:ext cx="0" cy="0"/>
          <a:chOff x="0" y="0"/>
          <a:chExt cx="0" cy="0"/>
        </a:xfrm>
      </p:grpSpPr>
      <p:sp>
        <p:nvSpPr>
          <p:cNvPr id="42" name="Google Shape;42;p10">
            <a:extLst>
              <a:ext uri="{FF2B5EF4-FFF2-40B4-BE49-F238E27FC236}">
                <a16:creationId xmlns:a16="http://schemas.microsoft.com/office/drawing/2014/main" id="{E38F0091-DAA3-4A2F-A153-9BEF600DAA72}"/>
              </a:ext>
            </a:extLst>
          </p:cNvPr>
          <p:cNvSpPr>
            <a:spLocks noGrp="1"/>
          </p:cNvSpPr>
          <p:nvPr>
            <p:ph type="body" idx="1"/>
          </p:nvPr>
        </p:nvSpPr>
        <p:spPr>
          <a:xfrm>
            <a:off x="311700" y="4230575"/>
            <a:ext cx="5998800" cy="605100"/>
          </a:xfrm>
          <a:prstGeom prst="rect">
            <a:avLst/>
          </a:prstGeom>
        </p:spPr>
        <p:txBody>
          <a:bodyPr spcFirstLastPara="1" wrap="square" lIns="91425" tIns="91425" rIns="91425" bIns="91425" anchor="ctr">
            <a:normAutofit/>
          </a:bodyPr>
          <a:lstStyle>
            <a:lvl1pPr marL="457200" indent="-228600">
              <a:lnSpc>
                <a:spcPct val="100000"/>
              </a:lnSpc>
              <a:spcBef>
                <a:spcPts val="0"/>
              </a:spcBef>
              <a:spcAft>
                <a:spcPts val="0"/>
              </a:spcAft>
              <a:buSzPts val="1800"/>
              <a:buNone/>
              <a:defRPr/>
            </a:lvl1pPr>
          </a:lstStyle>
          <a:p>
            <a:endParaRPr/>
          </a:p>
        </p:txBody>
      </p:sp>
      <p:sp>
        <p:nvSpPr>
          <p:cNvPr id="43" name="Google Shape;43;p10">
            <a:extLst>
              <a:ext uri="{FF2B5EF4-FFF2-40B4-BE49-F238E27FC236}">
                <a16:creationId xmlns:a16="http://schemas.microsoft.com/office/drawing/2014/main" id="{5C6CDDF0-B4A8-4098-BED4-1BD37B5AE6F7}"/>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
        <p:cNvGrpSpPr/>
        <p:nvPr/>
      </p:nvGrpSpPr>
      <p:grpSpPr>
        <a:xfrm>
          <a:off x="0" y="0"/>
          <a:ext cx="0" cy="0"/>
          <a:chOff x="0" y="0"/>
          <a:chExt cx="0" cy="0"/>
        </a:xfrm>
      </p:grpSpPr>
      <p:sp>
        <p:nvSpPr>
          <p:cNvPr id="45" name="Google Shape;45;p11">
            <a:extLst>
              <a:ext uri="{FF2B5EF4-FFF2-40B4-BE49-F238E27FC236}">
                <a16:creationId xmlns:a16="http://schemas.microsoft.com/office/drawing/2014/main" id="{A179E26A-AC9D-43E3-B9B0-D025BB92EE77}"/>
              </a:ext>
            </a:extLst>
          </p:cNvPr>
          <p:cNvSpPr>
            <a:spLocks noGrp="1"/>
          </p:cNvSpPr>
          <p:nvPr>
            <p:ph type="title" hasCustomPrompt="1"/>
          </p:nvPr>
        </p:nvSpPr>
        <p:spPr>
          <a:xfrm>
            <a:off x="311700" y="1106125"/>
            <a:ext cx="8520600" cy="1963500"/>
          </a:xfrm>
          <a:prstGeom prst="rect">
            <a:avLst/>
          </a:prstGeom>
        </p:spPr>
        <p:txBody>
          <a:bodyPr spcFirstLastPara="1" wrap="square" lIns="91425" tIns="91425" rIns="91425" bIns="91425" anchor="b">
            <a:normAutofit/>
          </a:bodyPr>
          <a:lstStyle>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a:r>
              <a:t>xx%</a:t>
            </a:r>
          </a:p>
        </p:txBody>
      </p:sp>
      <p:sp>
        <p:nvSpPr>
          <p:cNvPr id="46" name="Google Shape;46;p11">
            <a:extLst>
              <a:ext uri="{FF2B5EF4-FFF2-40B4-BE49-F238E27FC236}">
                <a16:creationId xmlns:a16="http://schemas.microsoft.com/office/drawing/2014/main" id="{8F7115EE-6A42-45FB-8C32-B5F0FD08D9EE}"/>
              </a:ext>
            </a:extLst>
          </p:cNvPr>
          <p:cNvSpPr>
            <a:spLocks noGrp="1"/>
          </p:cNvSpPr>
          <p:nvPr>
            <p:ph type="body" idx="1"/>
          </p:nvPr>
        </p:nvSpPr>
        <p:spPr>
          <a:xfrm>
            <a:off x="311700" y="3152225"/>
            <a:ext cx="8520600" cy="1300800"/>
          </a:xfrm>
          <a:prstGeom prst="rect">
            <a:avLst/>
          </a:prstGeom>
        </p:spPr>
        <p:txBody>
          <a:bodyPr spcFirstLastPara="1" wrap="square" lIns="91425" tIns="91425" rIns="91425" bIns="91425" anchor="t">
            <a:normAutofit/>
          </a:bodyPr>
          <a:lstStyle>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a:endParaRPr/>
          </a:p>
        </p:txBody>
      </p:sp>
      <p:sp>
        <p:nvSpPr>
          <p:cNvPr id="47" name="Google Shape;47;p11">
            <a:extLst>
              <a:ext uri="{FF2B5EF4-FFF2-40B4-BE49-F238E27FC236}">
                <a16:creationId xmlns:a16="http://schemas.microsoft.com/office/drawing/2014/main" id="{C7C3C006-06C0-4E68-BD71-49AE44CA574F}"/>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49" name="Google Shape;49;p12">
            <a:extLst>
              <a:ext uri="{FF2B5EF4-FFF2-40B4-BE49-F238E27FC236}">
                <a16:creationId xmlns:a16="http://schemas.microsoft.com/office/drawing/2014/main" id="{8024F80C-5D60-4EC8-B772-19B0A4F9212D}"/>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2F33DA5B-342C-4C83-BA1B-1EA3C68B25B4}"/>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rmAutofit/>
          </a:bodyPr>
          <a:lstStyle>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a:endParaRPr/>
          </a:p>
        </p:txBody>
      </p:sp>
      <p:sp>
        <p:nvSpPr>
          <p:cNvPr id="7" name="Google Shape;7;p1">
            <a:extLst>
              <a:ext uri="{FF2B5EF4-FFF2-40B4-BE49-F238E27FC236}">
                <a16:creationId xmlns:a16="http://schemas.microsoft.com/office/drawing/2014/main" id="{C8B3974E-714F-4F84-9F5F-1530435E152F}"/>
              </a:ext>
            </a:extLst>
          </p:cNvPr>
          <p:cNvSpPr>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ormAutofit/>
          </a:bodyPr>
          <a:lstStyle>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a:extLst>
              <a:ext uri="{FF2B5EF4-FFF2-40B4-BE49-F238E27FC236}">
                <a16:creationId xmlns:a16="http://schemas.microsoft.com/office/drawing/2014/main" id="{F81BD9E1-355E-4D84-BAB4-BEF089EC96C6}"/>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Google Shape;54;p13">
            <a:extLst>
              <a:ext uri="{FF2B5EF4-FFF2-40B4-BE49-F238E27FC236}">
                <a16:creationId xmlns:a16="http://schemas.microsoft.com/office/drawing/2014/main" id="{E100D6BB-8AFB-4ADF-8497-43835FE2296D}"/>
              </a:ext>
            </a:extLst>
          </p:cNvPr>
          <p:cNvSpPr>
            <a:spLocks noGrp="1"/>
          </p:cNvSpPr>
          <p:nvPr/>
        </p:nvSpPr>
        <p:spPr>
          <a:xfrm>
            <a:off x="457200" y="228600"/>
            <a:ext cx="7746900" cy="2793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1000" b="1">
                <a:solidFill>
                  <a:srgbClr val="148991"/>
                </a:solidFill>
              </a:rPr>
              <a:t>IE7615  /  PROJECT PRESENTATION</a:t>
            </a:r>
          </a:p>
        </p:txBody>
      </p:sp>
      <p:sp>
        <p:nvSpPr>
          <p:cNvPr id="55" name="Google Shape;55;p13">
            <a:extLst>
              <a:ext uri="{FF2B5EF4-FFF2-40B4-BE49-F238E27FC236}">
                <a16:creationId xmlns:a16="http://schemas.microsoft.com/office/drawing/2014/main" id="{8C281757-CC4E-4BDF-A27D-F8CE8E35876E}"/>
              </a:ext>
            </a:extLst>
          </p:cNvPr>
          <p:cNvSpPr>
            <a:spLocks noGrp="1"/>
          </p:cNvSpPr>
          <p:nvPr/>
        </p:nvSpPr>
        <p:spPr>
          <a:xfrm>
            <a:off x="444500" y="609600"/>
            <a:ext cx="8127900" cy="6096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2700" b="1">
                <a:solidFill>
                  <a:srgbClr val="182841"/>
                </a:solidFill>
              </a:rPr>
              <a:t>Celebrity Identification &amp; Detection</a:t>
            </a:r>
          </a:p>
        </p:txBody>
      </p:sp>
      <p:sp>
        <p:nvSpPr>
          <p:cNvPr id="56" name="Google Shape;56;p13">
            <a:extLst>
              <a:ext uri="{FF2B5EF4-FFF2-40B4-BE49-F238E27FC236}">
                <a16:creationId xmlns:a16="http://schemas.microsoft.com/office/drawing/2014/main" id="{181610DD-CF46-4103-B214-7605229027C3}"/>
              </a:ext>
            </a:extLst>
          </p:cNvPr>
          <p:cNvSpPr>
            <a:spLocks noGrp="1"/>
          </p:cNvSpPr>
          <p:nvPr/>
        </p:nvSpPr>
        <p:spPr>
          <a:xfrm>
            <a:off x="457200" y="1257300"/>
            <a:ext cx="8064600" cy="3555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1200">
                <a:solidFill>
                  <a:srgbClr val="59697B"/>
                </a:solidFill>
              </a:rPr>
              <a:t>Combining image classification and object detection</a:t>
            </a:r>
          </a:p>
        </p:txBody>
      </p:sp>
      <p:sp>
        <p:nvSpPr>
          <p:cNvPr id="57" name="Google Shape;57;p13">
            <a:extLst>
              <a:ext uri="{FF2B5EF4-FFF2-40B4-BE49-F238E27FC236}">
                <a16:creationId xmlns:a16="http://schemas.microsoft.com/office/drawing/2014/main" id="{82406966-06E9-49C8-B8E0-B07A0F09B68A}"/>
              </a:ext>
            </a:extLst>
          </p:cNvPr>
          <p:cNvSpPr>
            <a:spLocks noGrp="1"/>
          </p:cNvSpPr>
          <p:nvPr/>
        </p:nvSpPr>
        <p:spPr>
          <a:xfrm>
            <a:off x="508000" y="1905000"/>
            <a:ext cx="8064600" cy="698400"/>
          </a:xfrm>
          <a:prstGeom prst="roundRect">
            <a:avLst>
              <a:gd name="adj" fmla="val 16667"/>
            </a:avLst>
          </a:prstGeom>
          <a:solidFill>
            <a:srgbClr val="ECF6F7"/>
          </a:solidFill>
          <a:ln>
            <a:noFill/>
          </a:ln>
        </p:spPr>
        <p:txBody>
          <a:bodyPr spcFirstLastPara="1" wrap="square" lIns="91425" tIns="91425" rIns="91425" bIns="91425" anchor="ctr">
            <a:noAutofit/>
          </a:bodyPr>
          <a:lstStyle/>
          <a:p>
            <a:pPr marL="0" lvl="0" indent="0" algn="ctr">
              <a:spcBef>
                <a:spcPts val="0"/>
              </a:spcBef>
              <a:spcAft>
                <a:spcPts val="0"/>
              </a:spcAft>
              <a:buNone/>
            </a:pPr>
            <a:r>
              <a:rPr sz="1700" b="1">
                <a:solidFill>
                  <a:srgbClr val="182841"/>
                </a:solidFill>
              </a:rPr>
              <a:t>GOAL    Detect multiple faces in an image and identify five celebrity identities.</a:t>
            </a:r>
          </a:p>
        </p:txBody>
      </p:sp>
      <p:sp>
        <p:nvSpPr>
          <p:cNvPr id="58" name="Google Shape;58;p13">
            <a:extLst>
              <a:ext uri="{FF2B5EF4-FFF2-40B4-BE49-F238E27FC236}">
                <a16:creationId xmlns:a16="http://schemas.microsoft.com/office/drawing/2014/main" id="{AD0619C1-80CB-47CA-A447-4045D0A9810C}"/>
              </a:ext>
            </a:extLst>
          </p:cNvPr>
          <p:cNvSpPr>
            <a:spLocks noGrp="1"/>
          </p:cNvSpPr>
          <p:nvPr/>
        </p:nvSpPr>
        <p:spPr>
          <a:xfrm>
            <a:off x="508000" y="3060700"/>
            <a:ext cx="1930500" cy="4446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2000" b="1">
                <a:solidFill>
                  <a:srgbClr val="148991"/>
                </a:solidFill>
              </a:rPr>
              <a:t>01</a:t>
            </a:r>
          </a:p>
        </p:txBody>
      </p:sp>
      <p:sp>
        <p:nvSpPr>
          <p:cNvPr id="59" name="Google Shape;59;p13">
            <a:extLst>
              <a:ext uri="{FF2B5EF4-FFF2-40B4-BE49-F238E27FC236}">
                <a16:creationId xmlns:a16="http://schemas.microsoft.com/office/drawing/2014/main" id="{0D93891D-1F35-4772-BED1-8DE96B128B15}"/>
              </a:ext>
            </a:extLst>
          </p:cNvPr>
          <p:cNvSpPr>
            <a:spLocks noGrp="1"/>
          </p:cNvSpPr>
          <p:nvPr/>
        </p:nvSpPr>
        <p:spPr>
          <a:xfrm>
            <a:off x="508000" y="3505200"/>
            <a:ext cx="1930500" cy="3810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1500" b="1">
                <a:solidFill>
                  <a:srgbClr val="182841"/>
                </a:solidFill>
              </a:rPr>
              <a:t>Classification</a:t>
            </a:r>
          </a:p>
        </p:txBody>
      </p:sp>
      <p:sp>
        <p:nvSpPr>
          <p:cNvPr id="60" name="Google Shape;60;p13">
            <a:extLst>
              <a:ext uri="{FF2B5EF4-FFF2-40B4-BE49-F238E27FC236}">
                <a16:creationId xmlns:a16="http://schemas.microsoft.com/office/drawing/2014/main" id="{80C20931-F6C6-492D-A184-587F2053D098}"/>
              </a:ext>
            </a:extLst>
          </p:cNvPr>
          <p:cNvSpPr>
            <a:spLocks noGrp="1"/>
          </p:cNvSpPr>
          <p:nvPr/>
        </p:nvSpPr>
        <p:spPr>
          <a:xfrm>
            <a:off x="508000" y="3937000"/>
            <a:ext cx="1930500" cy="6603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1100">
                <a:solidFill>
                  <a:srgbClr val="59697B"/>
                </a:solidFill>
              </a:rPr>
              <a:t>Compare CNN models</a:t>
            </a:r>
          </a:p>
        </p:txBody>
      </p:sp>
      <p:sp>
        <p:nvSpPr>
          <p:cNvPr id="61" name="Google Shape;61;p13">
            <a:extLst>
              <a:ext uri="{FF2B5EF4-FFF2-40B4-BE49-F238E27FC236}">
                <a16:creationId xmlns:a16="http://schemas.microsoft.com/office/drawing/2014/main" id="{C165C838-045F-4BD5-B20D-27AE03ABBBDC}"/>
              </a:ext>
            </a:extLst>
          </p:cNvPr>
          <p:cNvSpPr>
            <a:spLocks noGrp="1"/>
          </p:cNvSpPr>
          <p:nvPr/>
        </p:nvSpPr>
        <p:spPr>
          <a:xfrm>
            <a:off x="2628900" y="3060700"/>
            <a:ext cx="1930500" cy="4446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2000" b="1">
                <a:solidFill>
                  <a:srgbClr val="148991"/>
                </a:solidFill>
              </a:rPr>
              <a:t>02</a:t>
            </a:r>
          </a:p>
        </p:txBody>
      </p:sp>
      <p:sp>
        <p:nvSpPr>
          <p:cNvPr id="62" name="Google Shape;62;p13">
            <a:extLst>
              <a:ext uri="{FF2B5EF4-FFF2-40B4-BE49-F238E27FC236}">
                <a16:creationId xmlns:a16="http://schemas.microsoft.com/office/drawing/2014/main" id="{B70C6D90-9FEA-492A-AF41-81ADB3AF9B3B}"/>
              </a:ext>
            </a:extLst>
          </p:cNvPr>
          <p:cNvSpPr>
            <a:spLocks noGrp="1"/>
          </p:cNvSpPr>
          <p:nvPr/>
        </p:nvSpPr>
        <p:spPr>
          <a:xfrm>
            <a:off x="2628900" y="3505200"/>
            <a:ext cx="1930500" cy="3810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1500" b="1">
                <a:solidFill>
                  <a:srgbClr val="182841"/>
                </a:solidFill>
              </a:rPr>
              <a:t>Dataset</a:t>
            </a:r>
          </a:p>
        </p:txBody>
      </p:sp>
      <p:sp>
        <p:nvSpPr>
          <p:cNvPr id="63" name="Google Shape;63;p13">
            <a:extLst>
              <a:ext uri="{FF2B5EF4-FFF2-40B4-BE49-F238E27FC236}">
                <a16:creationId xmlns:a16="http://schemas.microsoft.com/office/drawing/2014/main" id="{8B9755B1-04BF-45CF-9DF2-F52A34384F1F}"/>
              </a:ext>
            </a:extLst>
          </p:cNvPr>
          <p:cNvSpPr>
            <a:spLocks noGrp="1"/>
          </p:cNvSpPr>
          <p:nvPr/>
        </p:nvSpPr>
        <p:spPr>
          <a:xfrm>
            <a:off x="2628900" y="3937000"/>
            <a:ext cx="1930500" cy="6603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1100">
                <a:solidFill>
                  <a:srgbClr val="59697B"/>
                </a:solidFill>
              </a:rPr>
              <a:t>Build synthetic group images</a:t>
            </a:r>
          </a:p>
        </p:txBody>
      </p:sp>
      <p:sp>
        <p:nvSpPr>
          <p:cNvPr id="64" name="Google Shape;64;p13">
            <a:extLst>
              <a:ext uri="{FF2B5EF4-FFF2-40B4-BE49-F238E27FC236}">
                <a16:creationId xmlns:a16="http://schemas.microsoft.com/office/drawing/2014/main" id="{F73D4621-D875-497D-91A6-FD22138E4288}"/>
              </a:ext>
            </a:extLst>
          </p:cNvPr>
          <p:cNvSpPr>
            <a:spLocks noGrp="1"/>
          </p:cNvSpPr>
          <p:nvPr/>
        </p:nvSpPr>
        <p:spPr>
          <a:xfrm>
            <a:off x="4749800" y="3060700"/>
            <a:ext cx="1930500" cy="4446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2000" b="1">
                <a:solidFill>
                  <a:srgbClr val="148991"/>
                </a:solidFill>
              </a:rPr>
              <a:t>03</a:t>
            </a:r>
          </a:p>
        </p:txBody>
      </p:sp>
      <p:sp>
        <p:nvSpPr>
          <p:cNvPr id="65" name="Google Shape;65;p13">
            <a:extLst>
              <a:ext uri="{FF2B5EF4-FFF2-40B4-BE49-F238E27FC236}">
                <a16:creationId xmlns:a16="http://schemas.microsoft.com/office/drawing/2014/main" id="{AFA62D09-DD7C-47E1-8802-84AD5D28B019}"/>
              </a:ext>
            </a:extLst>
          </p:cNvPr>
          <p:cNvSpPr>
            <a:spLocks noGrp="1"/>
          </p:cNvSpPr>
          <p:nvPr/>
        </p:nvSpPr>
        <p:spPr>
          <a:xfrm>
            <a:off x="4749800" y="3505200"/>
            <a:ext cx="1930500" cy="3810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1500" b="1">
                <a:solidFill>
                  <a:srgbClr val="182841"/>
                </a:solidFill>
              </a:rPr>
              <a:t>Detection</a:t>
            </a:r>
          </a:p>
        </p:txBody>
      </p:sp>
      <p:sp>
        <p:nvSpPr>
          <p:cNvPr id="66" name="Google Shape;66;p13">
            <a:extLst>
              <a:ext uri="{FF2B5EF4-FFF2-40B4-BE49-F238E27FC236}">
                <a16:creationId xmlns:a16="http://schemas.microsoft.com/office/drawing/2014/main" id="{E856B2F4-A83D-4A60-81DC-4CD1E309615E}"/>
              </a:ext>
            </a:extLst>
          </p:cNvPr>
          <p:cNvSpPr>
            <a:spLocks noGrp="1"/>
          </p:cNvSpPr>
          <p:nvPr/>
        </p:nvSpPr>
        <p:spPr>
          <a:xfrm>
            <a:off x="4749800" y="3937000"/>
            <a:ext cx="1930500" cy="6603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1100">
                <a:solidFill>
                  <a:srgbClr val="59697B"/>
                </a:solidFill>
              </a:rPr>
              <a:t>Fine-tune YOLOv8</a:t>
            </a:r>
          </a:p>
        </p:txBody>
      </p:sp>
      <p:sp>
        <p:nvSpPr>
          <p:cNvPr id="67" name="Google Shape;67;p13">
            <a:extLst>
              <a:ext uri="{FF2B5EF4-FFF2-40B4-BE49-F238E27FC236}">
                <a16:creationId xmlns:a16="http://schemas.microsoft.com/office/drawing/2014/main" id="{8DD9D55B-B357-46CE-8548-466A22BB413F}"/>
              </a:ext>
            </a:extLst>
          </p:cNvPr>
          <p:cNvSpPr>
            <a:spLocks noGrp="1"/>
          </p:cNvSpPr>
          <p:nvPr/>
        </p:nvSpPr>
        <p:spPr>
          <a:xfrm>
            <a:off x="6870700" y="3060700"/>
            <a:ext cx="1930500" cy="4446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2000" b="1">
                <a:solidFill>
                  <a:srgbClr val="148991"/>
                </a:solidFill>
              </a:rPr>
              <a:t>04</a:t>
            </a:r>
          </a:p>
        </p:txBody>
      </p:sp>
      <p:sp>
        <p:nvSpPr>
          <p:cNvPr id="68" name="Google Shape;68;p13">
            <a:extLst>
              <a:ext uri="{FF2B5EF4-FFF2-40B4-BE49-F238E27FC236}">
                <a16:creationId xmlns:a16="http://schemas.microsoft.com/office/drawing/2014/main" id="{09632D9E-37CE-42BC-A3EB-FA61BDB57216}"/>
              </a:ext>
            </a:extLst>
          </p:cNvPr>
          <p:cNvSpPr>
            <a:spLocks noGrp="1"/>
          </p:cNvSpPr>
          <p:nvPr/>
        </p:nvSpPr>
        <p:spPr>
          <a:xfrm>
            <a:off x="6870700" y="3505200"/>
            <a:ext cx="1930500" cy="3810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1500" b="1">
                <a:solidFill>
                  <a:srgbClr val="182841"/>
                </a:solidFill>
              </a:rPr>
              <a:t>Integration</a:t>
            </a:r>
          </a:p>
        </p:txBody>
      </p:sp>
      <p:sp>
        <p:nvSpPr>
          <p:cNvPr id="69" name="Google Shape;69;p13">
            <a:extLst>
              <a:ext uri="{FF2B5EF4-FFF2-40B4-BE49-F238E27FC236}">
                <a16:creationId xmlns:a16="http://schemas.microsoft.com/office/drawing/2014/main" id="{598AABE5-A17C-4AAD-87E3-C1EBDE0C3EF8}"/>
              </a:ext>
            </a:extLst>
          </p:cNvPr>
          <p:cNvSpPr>
            <a:spLocks noGrp="1"/>
          </p:cNvSpPr>
          <p:nvPr/>
        </p:nvSpPr>
        <p:spPr>
          <a:xfrm>
            <a:off x="6870700" y="3937000"/>
            <a:ext cx="1930500" cy="6603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1100">
                <a:solidFill>
                  <a:srgbClr val="59697B"/>
                </a:solidFill>
              </a:rPr>
              <a:t>Combine into one pipeline</a:t>
            </a:r>
          </a:p>
        </p:txBody>
      </p:sp>
    </p:spTree>
    <p:extLst>
      <p:ext uri="{BB962C8B-B14F-4D97-AF65-F5344CB8AC3E}">
        <p14:creationId xmlns:p14="http://schemas.microsoft.com/office/powerpoint/2010/main" val="568619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 name="Google Shape;74;p14">
            <a:extLst>
              <a:ext uri="{FF2B5EF4-FFF2-40B4-BE49-F238E27FC236}">
                <a16:creationId xmlns:a16="http://schemas.microsoft.com/office/drawing/2014/main" id="{D12B1D90-C787-4344-A6DD-C80E5ED4FF0A}"/>
              </a:ext>
            </a:extLst>
          </p:cNvPr>
          <p:cNvSpPr>
            <a:spLocks noGrp="1"/>
          </p:cNvSpPr>
          <p:nvPr/>
        </p:nvSpPr>
        <p:spPr>
          <a:xfrm>
            <a:off x="457200" y="228600"/>
            <a:ext cx="7746900" cy="2793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endParaRPr sz="1000" b="1">
              <a:solidFill>
                <a:srgbClr val="148991"/>
              </a:solidFill>
            </a:endParaRPr>
          </a:p>
        </p:txBody>
      </p:sp>
      <p:sp>
        <p:nvSpPr>
          <p:cNvPr id="75" name="Google Shape;75;p14">
            <a:extLst>
              <a:ext uri="{FF2B5EF4-FFF2-40B4-BE49-F238E27FC236}">
                <a16:creationId xmlns:a16="http://schemas.microsoft.com/office/drawing/2014/main" id="{4EEA6182-4349-4126-A3C3-A2C3556D3AF9}"/>
              </a:ext>
            </a:extLst>
          </p:cNvPr>
          <p:cNvSpPr>
            <a:spLocks noGrp="1"/>
          </p:cNvSpPr>
          <p:nvPr/>
        </p:nvSpPr>
        <p:spPr>
          <a:xfrm>
            <a:off x="444500" y="609600"/>
            <a:ext cx="8127900" cy="6096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2700" b="1">
                <a:solidFill>
                  <a:srgbClr val="182841"/>
                </a:solidFill>
              </a:rPr>
              <a:t>Dataset Construction</a:t>
            </a:r>
          </a:p>
        </p:txBody>
      </p:sp>
      <p:sp>
        <p:nvSpPr>
          <p:cNvPr id="76" name="Google Shape;76;p14">
            <a:extLst>
              <a:ext uri="{FF2B5EF4-FFF2-40B4-BE49-F238E27FC236}">
                <a16:creationId xmlns:a16="http://schemas.microsoft.com/office/drawing/2014/main" id="{294C21E5-0CC3-4DCB-9742-01C7076DA809}"/>
              </a:ext>
            </a:extLst>
          </p:cNvPr>
          <p:cNvSpPr>
            <a:spLocks noGrp="1"/>
          </p:cNvSpPr>
          <p:nvPr/>
        </p:nvSpPr>
        <p:spPr>
          <a:xfrm>
            <a:off x="457200" y="1257300"/>
            <a:ext cx="8064600" cy="3555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1200">
                <a:solidFill>
                  <a:srgbClr val="59697B"/>
                </a:solidFill>
              </a:rPr>
              <a:t>From individual portraits to multi-face detection training</a:t>
            </a:r>
          </a:p>
        </p:txBody>
      </p:sp>
      <p:sp>
        <p:nvSpPr>
          <p:cNvPr id="77" name="Google Shape;77;p14">
            <a:extLst>
              <a:ext uri="{FF2B5EF4-FFF2-40B4-BE49-F238E27FC236}">
                <a16:creationId xmlns:a16="http://schemas.microsoft.com/office/drawing/2014/main" id="{66545D6F-9E39-47C2-9E9B-608CAE0A9B26}"/>
              </a:ext>
            </a:extLst>
          </p:cNvPr>
          <p:cNvSpPr>
            <a:spLocks noGrp="1"/>
          </p:cNvSpPr>
          <p:nvPr/>
        </p:nvSpPr>
        <p:spPr>
          <a:xfrm>
            <a:off x="533400" y="1841500"/>
            <a:ext cx="2527200" cy="825600"/>
          </a:xfrm>
          <a:prstGeom prst="roundRect">
            <a:avLst>
              <a:gd name="adj" fmla="val 16667"/>
            </a:avLst>
          </a:prstGeom>
          <a:solidFill>
            <a:srgbClr val="ECF6F7"/>
          </a:solidFill>
          <a:ln>
            <a:noFill/>
          </a:ln>
        </p:spPr>
        <p:txBody>
          <a:bodyPr spcFirstLastPara="1" wrap="square" lIns="91425" tIns="91425" rIns="91425" bIns="91425" anchor="ctr">
            <a:noAutofit/>
          </a:bodyPr>
          <a:lstStyle/>
          <a:p>
            <a:pPr marL="0" lvl="0" indent="0" algn="ctr">
              <a:spcBef>
                <a:spcPts val="0"/>
              </a:spcBef>
              <a:spcAft>
                <a:spcPts val="0"/>
              </a:spcAft>
              <a:buNone/>
            </a:pPr>
            <a:r>
              <a:rPr sz="3400" b="1">
                <a:solidFill>
                  <a:srgbClr val="148991"/>
                </a:solidFill>
              </a:rPr>
              <a:t>121</a:t>
            </a:r>
          </a:p>
        </p:txBody>
      </p:sp>
      <p:sp>
        <p:nvSpPr>
          <p:cNvPr id="78" name="Google Shape;78;p14">
            <a:extLst>
              <a:ext uri="{FF2B5EF4-FFF2-40B4-BE49-F238E27FC236}">
                <a16:creationId xmlns:a16="http://schemas.microsoft.com/office/drawing/2014/main" id="{51289C5B-7786-42F2-8C66-653A4B89B7D0}"/>
              </a:ext>
            </a:extLst>
          </p:cNvPr>
          <p:cNvSpPr>
            <a:spLocks noGrp="1"/>
          </p:cNvSpPr>
          <p:nvPr/>
        </p:nvSpPr>
        <p:spPr>
          <a:xfrm>
            <a:off x="533400" y="2641600"/>
            <a:ext cx="2527200" cy="4446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1300" b="1">
                <a:solidFill>
                  <a:srgbClr val="182841"/>
                </a:solidFill>
              </a:rPr>
              <a:t>Original CelebA photos</a:t>
            </a:r>
          </a:p>
        </p:txBody>
      </p:sp>
      <p:sp>
        <p:nvSpPr>
          <p:cNvPr id="79" name="Google Shape;79;p14">
            <a:extLst>
              <a:ext uri="{FF2B5EF4-FFF2-40B4-BE49-F238E27FC236}">
                <a16:creationId xmlns:a16="http://schemas.microsoft.com/office/drawing/2014/main" id="{8E326CD9-8DA2-4B62-9EC2-623935BC5BE9}"/>
              </a:ext>
            </a:extLst>
          </p:cNvPr>
          <p:cNvSpPr>
            <a:spLocks noGrp="1"/>
          </p:cNvSpPr>
          <p:nvPr/>
        </p:nvSpPr>
        <p:spPr>
          <a:xfrm>
            <a:off x="3302000" y="1841500"/>
            <a:ext cx="2527200" cy="825600"/>
          </a:xfrm>
          <a:prstGeom prst="roundRect">
            <a:avLst>
              <a:gd name="adj" fmla="val 16667"/>
            </a:avLst>
          </a:prstGeom>
          <a:solidFill>
            <a:srgbClr val="ECF6F7"/>
          </a:solidFill>
          <a:ln>
            <a:noFill/>
          </a:ln>
        </p:spPr>
        <p:txBody>
          <a:bodyPr spcFirstLastPara="1" wrap="square" lIns="91425" tIns="91425" rIns="91425" bIns="91425" anchor="ctr">
            <a:noAutofit/>
          </a:bodyPr>
          <a:lstStyle/>
          <a:p>
            <a:pPr marL="0" lvl="0" indent="0" algn="ctr">
              <a:spcBef>
                <a:spcPts val="0"/>
              </a:spcBef>
              <a:spcAft>
                <a:spcPts val="0"/>
              </a:spcAft>
              <a:buNone/>
            </a:pPr>
            <a:r>
              <a:rPr sz="3400" b="1">
                <a:solidFill>
                  <a:srgbClr val="148991"/>
                </a:solidFill>
              </a:rPr>
              <a:t>576</a:t>
            </a:r>
          </a:p>
        </p:txBody>
      </p:sp>
      <p:sp>
        <p:nvSpPr>
          <p:cNvPr id="80" name="Google Shape;80;p14">
            <a:extLst>
              <a:ext uri="{FF2B5EF4-FFF2-40B4-BE49-F238E27FC236}">
                <a16:creationId xmlns:a16="http://schemas.microsoft.com/office/drawing/2014/main" id="{5ECE225B-91F4-4597-B539-F7A1517CA09E}"/>
              </a:ext>
            </a:extLst>
          </p:cNvPr>
          <p:cNvSpPr>
            <a:spLocks noGrp="1"/>
          </p:cNvSpPr>
          <p:nvPr/>
        </p:nvSpPr>
        <p:spPr>
          <a:xfrm>
            <a:off x="3302000" y="2641600"/>
            <a:ext cx="2527200" cy="4446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1300" b="1">
                <a:solidFill>
                  <a:srgbClr val="182841"/>
                </a:solidFill>
              </a:rPr>
              <a:t>Final images</a:t>
            </a:r>
          </a:p>
        </p:txBody>
      </p:sp>
      <p:sp>
        <p:nvSpPr>
          <p:cNvPr id="81" name="Google Shape;81;p14">
            <a:extLst>
              <a:ext uri="{FF2B5EF4-FFF2-40B4-BE49-F238E27FC236}">
                <a16:creationId xmlns:a16="http://schemas.microsoft.com/office/drawing/2014/main" id="{20B786E4-272C-4A71-90E2-5228CC62F974}"/>
              </a:ext>
            </a:extLst>
          </p:cNvPr>
          <p:cNvSpPr>
            <a:spLocks noGrp="1"/>
          </p:cNvSpPr>
          <p:nvPr/>
        </p:nvSpPr>
        <p:spPr>
          <a:xfrm>
            <a:off x="6070600" y="1841500"/>
            <a:ext cx="2527200" cy="825600"/>
          </a:xfrm>
          <a:prstGeom prst="roundRect">
            <a:avLst>
              <a:gd name="adj" fmla="val 16667"/>
            </a:avLst>
          </a:prstGeom>
          <a:solidFill>
            <a:srgbClr val="ECF6F7"/>
          </a:solidFill>
          <a:ln>
            <a:noFill/>
          </a:ln>
        </p:spPr>
        <p:txBody>
          <a:bodyPr spcFirstLastPara="1" wrap="square" lIns="91425" tIns="91425" rIns="91425" bIns="91425" anchor="ctr">
            <a:noAutofit/>
          </a:bodyPr>
          <a:lstStyle/>
          <a:p>
            <a:pPr marL="0" lvl="0" indent="0" algn="ctr">
              <a:spcBef>
                <a:spcPts val="0"/>
              </a:spcBef>
              <a:spcAft>
                <a:spcPts val="0"/>
              </a:spcAft>
              <a:buNone/>
            </a:pPr>
            <a:r>
              <a:rPr sz="3400" b="1">
                <a:solidFill>
                  <a:srgbClr val="148991"/>
                </a:solidFill>
              </a:rPr>
              <a:t>1,820</a:t>
            </a:r>
          </a:p>
        </p:txBody>
      </p:sp>
      <p:sp>
        <p:nvSpPr>
          <p:cNvPr id="82" name="Google Shape;82;p14">
            <a:extLst>
              <a:ext uri="{FF2B5EF4-FFF2-40B4-BE49-F238E27FC236}">
                <a16:creationId xmlns:a16="http://schemas.microsoft.com/office/drawing/2014/main" id="{ECB4ACEB-34E7-4BB4-92C0-A5DAF9C9894F}"/>
              </a:ext>
            </a:extLst>
          </p:cNvPr>
          <p:cNvSpPr>
            <a:spLocks noGrp="1"/>
          </p:cNvSpPr>
          <p:nvPr/>
        </p:nvSpPr>
        <p:spPr>
          <a:xfrm>
            <a:off x="6070600" y="2641600"/>
            <a:ext cx="2527200" cy="4446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1300" b="1">
                <a:solidFill>
                  <a:srgbClr val="182841"/>
                </a:solidFill>
              </a:rPr>
              <a:t>Labeled faces</a:t>
            </a:r>
          </a:p>
        </p:txBody>
      </p:sp>
      <p:sp>
        <p:nvSpPr>
          <p:cNvPr id="83" name="Google Shape;83;p14">
            <a:extLst>
              <a:ext uri="{FF2B5EF4-FFF2-40B4-BE49-F238E27FC236}">
                <a16:creationId xmlns:a16="http://schemas.microsoft.com/office/drawing/2014/main" id="{0C46EBFC-DD57-46DA-A60E-FE7BA92B6E7A}"/>
              </a:ext>
            </a:extLst>
          </p:cNvPr>
          <p:cNvSpPr>
            <a:spLocks noGrp="1"/>
          </p:cNvSpPr>
          <p:nvPr/>
        </p:nvSpPr>
        <p:spPr>
          <a:xfrm>
            <a:off x="533400" y="3302000"/>
            <a:ext cx="8064600" cy="12699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sz="1500">
                <a:solidFill>
                  <a:srgbClr val="182841"/>
                </a:solidFill>
              </a:rPr>
              <a:t>•  800 × 600 synthetic images with 2–5 celebrities</a:t>
            </a:r>
          </a:p>
          <a:p>
            <a:pPr marL="0" lvl="0" indent="0" algn="ctr">
              <a:spcBef>
                <a:spcPts val="0"/>
              </a:spcBef>
              <a:spcAft>
                <a:spcPts val="0"/>
              </a:spcAft>
              <a:buNone/>
            </a:pPr>
            <a:r>
              <a:rPr sz="1500">
                <a:solidFill>
                  <a:srgbClr val="182841"/>
                </a:solidFill>
              </a:rPr>
              <a:t>•  Varied scale, position, brightness, and backgrounds</a:t>
            </a:r>
          </a:p>
          <a:p>
            <a:pPr marL="0" lvl="0" indent="0" algn="ctr">
              <a:spcBef>
                <a:spcPts val="0"/>
              </a:spcBef>
              <a:spcAft>
                <a:spcPts val="0"/>
              </a:spcAft>
              <a:buNone/>
            </a:pPr>
            <a:r>
              <a:rPr sz="1500">
                <a:solidFill>
                  <a:srgbClr val="182841"/>
                </a:solidFill>
              </a:rPr>
              <a:t>•  YuNet bounding boxes saved as YOLO annotations</a:t>
            </a:r>
          </a:p>
        </p:txBody>
      </p:sp>
      <p:sp>
        <p:nvSpPr>
          <p:cNvPr id="84" name="Google Shape;84;p14">
            <a:extLst>
              <a:ext uri="{FF2B5EF4-FFF2-40B4-BE49-F238E27FC236}">
                <a16:creationId xmlns:a16="http://schemas.microsoft.com/office/drawing/2014/main" id="{D92E3637-A9E2-4B6B-92BD-066EFF229667}"/>
              </a:ext>
            </a:extLst>
          </p:cNvPr>
          <p:cNvSpPr>
            <a:spLocks noGrp="1"/>
          </p:cNvSpPr>
          <p:nvPr/>
        </p:nvSpPr>
        <p:spPr>
          <a:xfrm>
            <a:off x="533400" y="4660900"/>
            <a:ext cx="8064600" cy="330300"/>
          </a:xfrm>
          <a:prstGeom prst="roundRect">
            <a:avLst>
              <a:gd name="adj" fmla="val 16667"/>
            </a:avLst>
          </a:prstGeom>
          <a:noFill/>
          <a:ln>
            <a:noFill/>
          </a:ln>
        </p:spPr>
        <p:txBody>
          <a:bodyPr spcFirstLastPara="1" wrap="square" lIns="91425" tIns="91425" rIns="91425" bIns="91425" anchor="ctr">
            <a:noAutofit/>
          </a:bodyPr>
          <a:lstStyle/>
          <a:p>
            <a:pPr marL="0" lvl="0" indent="0" algn="ctr">
              <a:spcBef>
                <a:spcPts val="0"/>
              </a:spcBef>
              <a:spcAft>
                <a:spcPts val="0"/>
              </a:spcAft>
              <a:buNone/>
            </a:pPr>
            <a:r>
              <a:rPr b="1">
                <a:solidFill>
                  <a:srgbClr val="148991"/>
                </a:solidFill>
              </a:rPr>
              <a:t>DATA SPLIT   504 train   /   36 validation   /   36 test</a:t>
            </a:r>
          </a:p>
        </p:txBody>
      </p:sp>
    </p:spTree>
    <p:extLst>
      <p:ext uri="{BB962C8B-B14F-4D97-AF65-F5344CB8AC3E}">
        <p14:creationId xmlns:p14="http://schemas.microsoft.com/office/powerpoint/2010/main" val="673623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163FD973-F959-4A76-B001-85EC47156BC9}"/>
              </a:ext>
            </a:extLst>
          </p:cNvPr>
          <p:cNvSpPr>
            <a:spLocks noGrp="1"/>
          </p:cNvSpPr>
          <p:nvPr/>
        </p:nvSpPr>
        <p:spPr>
          <a:xfrm>
            <a:off x="444532" y="609600"/>
            <a:ext cx="8127873" cy="609600"/>
          </a:xfrm>
          <a:prstGeom prst="rect">
            <a:avLst/>
          </a:prstGeom>
          <a:noFill/>
          <a:ln w="0">
            <a:noFill/>
            <a:prstDash val="solid"/>
          </a:ln>
        </p:spPr>
        <p:txBody>
          <a:bodyPr wrap="square" lIns="0" tIns="0" rIns="0" bIns="0" anchor="t">
            <a:noAutofit/>
          </a:bodyPr>
          <a:lstStyle>
            <a:defPPr algn="ctr">
              <a:defRPr sz="2700" b="1">
                <a:solidFill>
                  <a:srgbClr val="182841"/>
                </a:solidFill>
                <a:latin typeface="Arial"/>
                <a:ea typeface="Arial"/>
                <a:cs typeface="Arial"/>
              </a:defRPr>
            </a:defPPr>
            <a:lvl1pPr algn="ctr">
              <a:defRPr sz="2700" b="1">
                <a:solidFill>
                  <a:srgbClr val="182841"/>
                </a:solidFill>
                <a:latin typeface="Arial"/>
                <a:ea typeface="Arial"/>
                <a:cs typeface="Arial"/>
              </a:defRPr>
            </a:lvl1pPr>
            <a:lvl2pPr algn="ctr">
              <a:defRPr sz="2700" b="1">
                <a:solidFill>
                  <a:srgbClr val="182841"/>
                </a:solidFill>
                <a:latin typeface="Arial"/>
                <a:ea typeface="Arial"/>
                <a:cs typeface="Arial"/>
              </a:defRPr>
            </a:lvl2pPr>
            <a:lvl3pPr algn="ctr">
              <a:defRPr sz="2700" b="1">
                <a:solidFill>
                  <a:srgbClr val="182841"/>
                </a:solidFill>
                <a:latin typeface="Arial"/>
                <a:ea typeface="Arial"/>
                <a:cs typeface="Arial"/>
              </a:defRPr>
            </a:lvl3pPr>
            <a:lvl4pPr algn="ctr">
              <a:defRPr sz="2700" b="1">
                <a:solidFill>
                  <a:srgbClr val="182841"/>
                </a:solidFill>
                <a:latin typeface="Arial"/>
                <a:ea typeface="Arial"/>
                <a:cs typeface="Arial"/>
              </a:defRPr>
            </a:lvl4pPr>
            <a:lvl5pPr algn="ctr">
              <a:defRPr sz="2700" b="1">
                <a:solidFill>
                  <a:srgbClr val="182841"/>
                </a:solidFill>
                <a:latin typeface="Arial"/>
                <a:ea typeface="Arial"/>
                <a:cs typeface="Arial"/>
              </a:defRPr>
            </a:lvl5pPr>
            <a:lvl6pPr algn="ctr">
              <a:defRPr sz="2700" b="1">
                <a:solidFill>
                  <a:srgbClr val="182841"/>
                </a:solidFill>
                <a:latin typeface="Arial"/>
                <a:ea typeface="Arial"/>
                <a:cs typeface="Arial"/>
              </a:defRPr>
            </a:lvl6pPr>
            <a:lvl7pPr algn="ctr">
              <a:defRPr sz="2700" b="1">
                <a:solidFill>
                  <a:srgbClr val="182841"/>
                </a:solidFill>
                <a:latin typeface="Arial"/>
                <a:ea typeface="Arial"/>
                <a:cs typeface="Arial"/>
              </a:defRPr>
            </a:lvl7pPr>
            <a:lvl8pPr algn="ctr">
              <a:defRPr sz="2700" b="1">
                <a:solidFill>
                  <a:srgbClr val="182841"/>
                </a:solidFill>
                <a:latin typeface="Arial"/>
                <a:ea typeface="Arial"/>
                <a:cs typeface="Arial"/>
              </a:defRPr>
            </a:lvl8pPr>
            <a:lvl9pPr algn="ctr">
              <a:defRPr sz="2700" b="1">
                <a:solidFill>
                  <a:srgbClr val="182841"/>
                </a:solidFill>
                <a:latin typeface="Arial"/>
                <a:ea typeface="Arial"/>
                <a:cs typeface="Arial"/>
              </a:defRPr>
            </a:lvl9pPr>
          </a:lstStyle>
          <a:p>
            <a:pPr algn="ctr">
              <a:defRPr sz="2700" b="1">
                <a:solidFill>
                  <a:srgbClr val="182841"/>
                </a:solidFill>
                <a:latin typeface="Arial"/>
                <a:ea typeface="Arial"/>
                <a:cs typeface="Arial"/>
              </a:defRPr>
            </a:pPr>
            <a:r>
              <a:rPr sz="2700" b="1">
                <a:solidFill>
                  <a:srgbClr val="182841"/>
                </a:solidFill>
                <a:latin typeface="Arial"/>
                <a:ea typeface="Arial"/>
                <a:cs typeface="Arial"/>
              </a:rPr>
              <a:t>Integrated Recognition Pipeline</a:t>
            </a:r>
          </a:p>
        </p:txBody>
      </p:sp>
      <p:sp>
        <p:nvSpPr>
          <p:cNvPr id="2" name="slide-subtitle">
            <a:extLst>
              <a:ext uri="{FF2B5EF4-FFF2-40B4-BE49-F238E27FC236}">
                <a16:creationId xmlns:a16="http://schemas.microsoft.com/office/drawing/2014/main" id="{2FF9F9B2-F6EC-466A-961F-AF2849993672}"/>
              </a:ext>
            </a:extLst>
          </p:cNvPr>
          <p:cNvSpPr>
            <a:spLocks noGrp="1"/>
          </p:cNvSpPr>
          <p:nvPr/>
        </p:nvSpPr>
        <p:spPr>
          <a:xfrm>
            <a:off x="457200" y="1257300"/>
            <a:ext cx="8064627" cy="355473"/>
          </a:xfrm>
          <a:prstGeom prst="rect">
            <a:avLst/>
          </a:prstGeom>
          <a:noFill/>
          <a:ln w="0">
            <a:noFill/>
            <a:prstDash val="solid"/>
          </a:ln>
        </p:spPr>
        <p:txBody>
          <a:bodyPr wrap="square" lIns="0" tIns="0" rIns="0" bIns="0" anchor="t">
            <a:noAutofit/>
          </a:bodyPr>
          <a:lstStyle>
            <a:defPPr algn="ctr">
              <a:defRPr sz="1200" b="0">
                <a:solidFill>
                  <a:srgbClr val="59697B"/>
                </a:solidFill>
                <a:latin typeface="Arial"/>
                <a:ea typeface="Arial"/>
                <a:cs typeface="Arial"/>
              </a:defRPr>
            </a:defPPr>
            <a:lvl1pPr algn="ctr">
              <a:defRPr sz="1200" b="0">
                <a:solidFill>
                  <a:srgbClr val="59697B"/>
                </a:solidFill>
                <a:latin typeface="Arial"/>
                <a:ea typeface="Arial"/>
                <a:cs typeface="Arial"/>
              </a:defRPr>
            </a:lvl1pPr>
            <a:lvl2pPr algn="ctr">
              <a:defRPr sz="1200" b="0">
                <a:solidFill>
                  <a:srgbClr val="59697B"/>
                </a:solidFill>
                <a:latin typeface="Arial"/>
                <a:ea typeface="Arial"/>
                <a:cs typeface="Arial"/>
              </a:defRPr>
            </a:lvl2pPr>
            <a:lvl3pPr algn="ctr">
              <a:defRPr sz="1200" b="0">
                <a:solidFill>
                  <a:srgbClr val="59697B"/>
                </a:solidFill>
                <a:latin typeface="Arial"/>
                <a:ea typeface="Arial"/>
                <a:cs typeface="Arial"/>
              </a:defRPr>
            </a:lvl3pPr>
            <a:lvl4pPr algn="ctr">
              <a:defRPr sz="1200" b="0">
                <a:solidFill>
                  <a:srgbClr val="59697B"/>
                </a:solidFill>
                <a:latin typeface="Arial"/>
                <a:ea typeface="Arial"/>
                <a:cs typeface="Arial"/>
              </a:defRPr>
            </a:lvl4pPr>
            <a:lvl5pPr algn="ctr">
              <a:defRPr sz="1200" b="0">
                <a:solidFill>
                  <a:srgbClr val="59697B"/>
                </a:solidFill>
                <a:latin typeface="Arial"/>
                <a:ea typeface="Arial"/>
                <a:cs typeface="Arial"/>
              </a:defRPr>
            </a:lvl5pPr>
            <a:lvl6pPr algn="ctr">
              <a:defRPr sz="1200" b="0">
                <a:solidFill>
                  <a:srgbClr val="59697B"/>
                </a:solidFill>
                <a:latin typeface="Arial"/>
                <a:ea typeface="Arial"/>
                <a:cs typeface="Arial"/>
              </a:defRPr>
            </a:lvl6pPr>
            <a:lvl7pPr algn="ctr">
              <a:defRPr sz="1200" b="0">
                <a:solidFill>
                  <a:srgbClr val="59697B"/>
                </a:solidFill>
                <a:latin typeface="Arial"/>
                <a:ea typeface="Arial"/>
                <a:cs typeface="Arial"/>
              </a:defRPr>
            </a:lvl7pPr>
            <a:lvl8pPr algn="ctr">
              <a:defRPr sz="1200" b="0">
                <a:solidFill>
                  <a:srgbClr val="59697B"/>
                </a:solidFill>
                <a:latin typeface="Arial"/>
                <a:ea typeface="Arial"/>
                <a:cs typeface="Arial"/>
              </a:defRPr>
            </a:lvl8pPr>
            <a:lvl9pPr algn="ctr">
              <a:defRPr sz="1200" b="0">
                <a:solidFill>
                  <a:srgbClr val="59697B"/>
                </a:solidFill>
                <a:latin typeface="Arial"/>
                <a:ea typeface="Arial"/>
                <a:cs typeface="Arial"/>
              </a:defRPr>
            </a:lvl9pPr>
          </a:lstStyle>
          <a:p>
            <a:pPr algn="ctr">
              <a:defRPr sz="1200" b="0">
                <a:solidFill>
                  <a:srgbClr val="59697B"/>
                </a:solidFill>
                <a:latin typeface="Arial"/>
                <a:ea typeface="Arial"/>
                <a:cs typeface="Arial"/>
              </a:defRPr>
            </a:pPr>
            <a:r>
              <a:rPr sz="1200" b="0">
                <a:solidFill>
                  <a:srgbClr val="59697B"/>
                </a:solidFill>
                <a:latin typeface="Arial"/>
                <a:ea typeface="Arial"/>
                <a:cs typeface="Arial"/>
              </a:rPr>
              <a:t>Face detection and image classification work together</a:t>
            </a:r>
          </a:p>
        </p:txBody>
      </p:sp>
      <p:sp>
        <p:nvSpPr>
          <p:cNvPr id="3" name="detector-label">
            <a:extLst>
              <a:ext uri="{FF2B5EF4-FFF2-40B4-BE49-F238E27FC236}">
                <a16:creationId xmlns:a16="http://schemas.microsoft.com/office/drawing/2014/main" id="{AD709B15-1E90-4CA6-BB34-484556134CA0}"/>
              </a:ext>
            </a:extLst>
          </p:cNvPr>
          <p:cNvSpPr>
            <a:spLocks noGrp="1"/>
          </p:cNvSpPr>
          <p:nvPr/>
        </p:nvSpPr>
        <p:spPr>
          <a:xfrm>
            <a:off x="533400" y="1895475"/>
            <a:ext cx="3790950" cy="381000"/>
          </a:xfrm>
          <a:prstGeom prst="rect">
            <a:avLst/>
          </a:prstGeom>
          <a:noFill/>
          <a:ln w="0">
            <a:noFill/>
            <a:prstDash val="solid"/>
          </a:ln>
        </p:spPr>
        <p:txBody>
          <a:bodyPr wrap="square" lIns="0" tIns="0" rIns="0" bIns="0" anchor="t">
            <a:noAutofit/>
          </a:bodyPr>
          <a:lstStyle>
            <a:defPPr algn="l">
              <a:defRPr sz="2100" b="1">
                <a:solidFill>
                  <a:srgbClr val="148991"/>
                </a:solidFill>
                <a:latin typeface="Arial"/>
                <a:ea typeface="Arial"/>
                <a:cs typeface="Arial"/>
              </a:defRPr>
            </a:defPPr>
            <a:lvl1pPr algn="l">
              <a:defRPr sz="2100" b="1">
                <a:solidFill>
                  <a:srgbClr val="148991"/>
                </a:solidFill>
                <a:latin typeface="Arial"/>
                <a:ea typeface="Arial"/>
                <a:cs typeface="Arial"/>
              </a:defRPr>
            </a:lvl1pPr>
            <a:lvl2pPr algn="l">
              <a:defRPr sz="2100" b="1">
                <a:solidFill>
                  <a:srgbClr val="148991"/>
                </a:solidFill>
                <a:latin typeface="Arial"/>
                <a:ea typeface="Arial"/>
                <a:cs typeface="Arial"/>
              </a:defRPr>
            </a:lvl2pPr>
            <a:lvl3pPr algn="l">
              <a:defRPr sz="2100" b="1">
                <a:solidFill>
                  <a:srgbClr val="148991"/>
                </a:solidFill>
                <a:latin typeface="Arial"/>
                <a:ea typeface="Arial"/>
                <a:cs typeface="Arial"/>
              </a:defRPr>
            </a:lvl3pPr>
            <a:lvl4pPr algn="l">
              <a:defRPr sz="2100" b="1">
                <a:solidFill>
                  <a:srgbClr val="148991"/>
                </a:solidFill>
                <a:latin typeface="Arial"/>
                <a:ea typeface="Arial"/>
                <a:cs typeface="Arial"/>
              </a:defRPr>
            </a:lvl4pPr>
            <a:lvl5pPr algn="l">
              <a:defRPr sz="2100" b="1">
                <a:solidFill>
                  <a:srgbClr val="148991"/>
                </a:solidFill>
                <a:latin typeface="Arial"/>
                <a:ea typeface="Arial"/>
                <a:cs typeface="Arial"/>
              </a:defRPr>
            </a:lvl5pPr>
            <a:lvl6pPr algn="l">
              <a:defRPr sz="2100" b="1">
                <a:solidFill>
                  <a:srgbClr val="148991"/>
                </a:solidFill>
                <a:latin typeface="Arial"/>
                <a:ea typeface="Arial"/>
                <a:cs typeface="Arial"/>
              </a:defRPr>
            </a:lvl6pPr>
            <a:lvl7pPr algn="l">
              <a:defRPr sz="2100" b="1">
                <a:solidFill>
                  <a:srgbClr val="148991"/>
                </a:solidFill>
                <a:latin typeface="Arial"/>
                <a:ea typeface="Arial"/>
                <a:cs typeface="Arial"/>
              </a:defRPr>
            </a:lvl7pPr>
            <a:lvl8pPr algn="l">
              <a:defRPr sz="2100" b="1">
                <a:solidFill>
                  <a:srgbClr val="148991"/>
                </a:solidFill>
                <a:latin typeface="Arial"/>
                <a:ea typeface="Arial"/>
                <a:cs typeface="Arial"/>
              </a:defRPr>
            </a:lvl8pPr>
            <a:lvl9pPr algn="l">
              <a:defRPr sz="2100" b="1">
                <a:solidFill>
                  <a:srgbClr val="148991"/>
                </a:solidFill>
                <a:latin typeface="Arial"/>
                <a:ea typeface="Arial"/>
                <a:cs typeface="Arial"/>
              </a:defRPr>
            </a:lvl9pPr>
          </a:lstStyle>
          <a:p>
            <a:pPr algn="l">
              <a:defRPr sz="2100" b="1">
                <a:solidFill>
                  <a:srgbClr val="148991"/>
                </a:solidFill>
                <a:latin typeface="Arial"/>
                <a:ea typeface="Arial"/>
                <a:cs typeface="Arial"/>
              </a:defRPr>
            </a:pPr>
            <a:r>
              <a:rPr sz="2100" b="1">
                <a:solidFill>
                  <a:srgbClr val="148991"/>
                </a:solidFill>
                <a:latin typeface="Arial"/>
                <a:ea typeface="Arial"/>
                <a:cs typeface="Arial"/>
              </a:rPr>
              <a:t>YOLOv8n</a:t>
            </a:r>
          </a:p>
        </p:txBody>
      </p:sp>
      <p:sp>
        <p:nvSpPr>
          <p:cNvPr id="4" name="detector-role">
            <a:extLst>
              <a:ext uri="{FF2B5EF4-FFF2-40B4-BE49-F238E27FC236}">
                <a16:creationId xmlns:a16="http://schemas.microsoft.com/office/drawing/2014/main" id="{99CAF6BF-EDAE-4C54-9B81-3DDA53B098F1}"/>
              </a:ext>
            </a:extLst>
          </p:cNvPr>
          <p:cNvSpPr>
            <a:spLocks noGrp="1"/>
          </p:cNvSpPr>
          <p:nvPr/>
        </p:nvSpPr>
        <p:spPr>
          <a:xfrm>
            <a:off x="533400" y="2371725"/>
            <a:ext cx="3790950" cy="952500"/>
          </a:xfrm>
          <a:prstGeom prst="rect">
            <a:avLst/>
          </a:prstGeom>
          <a:noFill/>
          <a:ln w="0">
            <a:noFill/>
            <a:prstDash val="solid"/>
          </a:ln>
        </p:spPr>
        <p:txBody>
          <a:bodyPr wrap="square" lIns="0" tIns="0" rIns="0" bIns="0" anchor="t">
            <a:noAutofit/>
          </a:bodyPr>
          <a:lstStyle>
            <a:defPPr algn="l">
              <a:defRPr sz="1500" b="0">
                <a:solidFill>
                  <a:srgbClr val="182841"/>
                </a:solidFill>
                <a:latin typeface="Arial"/>
                <a:ea typeface="Arial"/>
                <a:cs typeface="Arial"/>
              </a:defRPr>
            </a:defPPr>
            <a:lvl1pPr algn="l">
              <a:defRPr sz="1500" b="0">
                <a:solidFill>
                  <a:srgbClr val="182841"/>
                </a:solidFill>
                <a:latin typeface="Arial"/>
                <a:ea typeface="Arial"/>
                <a:cs typeface="Arial"/>
              </a:defRPr>
            </a:lvl1pPr>
            <a:lvl2pPr algn="l">
              <a:defRPr sz="1500" b="0">
                <a:solidFill>
                  <a:srgbClr val="182841"/>
                </a:solidFill>
                <a:latin typeface="Arial"/>
                <a:ea typeface="Arial"/>
                <a:cs typeface="Arial"/>
              </a:defRPr>
            </a:lvl2pPr>
            <a:lvl3pPr algn="l">
              <a:defRPr sz="1500" b="0">
                <a:solidFill>
                  <a:srgbClr val="182841"/>
                </a:solidFill>
                <a:latin typeface="Arial"/>
                <a:ea typeface="Arial"/>
                <a:cs typeface="Arial"/>
              </a:defRPr>
            </a:lvl3pPr>
            <a:lvl4pPr algn="l">
              <a:defRPr sz="1500" b="0">
                <a:solidFill>
                  <a:srgbClr val="182841"/>
                </a:solidFill>
                <a:latin typeface="Arial"/>
                <a:ea typeface="Arial"/>
                <a:cs typeface="Arial"/>
              </a:defRPr>
            </a:lvl4pPr>
            <a:lvl5pPr algn="l">
              <a:defRPr sz="1500" b="0">
                <a:solidFill>
                  <a:srgbClr val="182841"/>
                </a:solidFill>
                <a:latin typeface="Arial"/>
                <a:ea typeface="Arial"/>
                <a:cs typeface="Arial"/>
              </a:defRPr>
            </a:lvl5pPr>
            <a:lvl6pPr algn="l">
              <a:defRPr sz="1500" b="0">
                <a:solidFill>
                  <a:srgbClr val="182841"/>
                </a:solidFill>
                <a:latin typeface="Arial"/>
                <a:ea typeface="Arial"/>
                <a:cs typeface="Arial"/>
              </a:defRPr>
            </a:lvl6pPr>
            <a:lvl7pPr algn="l">
              <a:defRPr sz="1500" b="0">
                <a:solidFill>
                  <a:srgbClr val="182841"/>
                </a:solidFill>
                <a:latin typeface="Arial"/>
                <a:ea typeface="Arial"/>
                <a:cs typeface="Arial"/>
              </a:defRPr>
            </a:lvl7pPr>
            <a:lvl8pPr algn="l">
              <a:defRPr sz="1500" b="0">
                <a:solidFill>
                  <a:srgbClr val="182841"/>
                </a:solidFill>
                <a:latin typeface="Arial"/>
                <a:ea typeface="Arial"/>
                <a:cs typeface="Arial"/>
              </a:defRPr>
            </a:lvl8pPr>
            <a:lvl9pPr algn="l">
              <a:defRPr sz="1500" b="0">
                <a:solidFill>
                  <a:srgbClr val="182841"/>
                </a:solidFill>
                <a:latin typeface="Arial"/>
                <a:ea typeface="Arial"/>
                <a:cs typeface="Arial"/>
              </a:defRPr>
            </a:lvl9pPr>
          </a:lstStyle>
          <a:p>
            <a:pPr algn="l">
              <a:defRPr sz="1500" b="0">
                <a:solidFill>
                  <a:srgbClr val="182841"/>
                </a:solidFill>
                <a:latin typeface="Arial"/>
                <a:ea typeface="Arial"/>
                <a:cs typeface="Arial"/>
              </a:defRPr>
            </a:pPr>
            <a:r>
              <a:rPr sz="1500" b="0">
                <a:solidFill>
                  <a:srgbClr val="182841"/>
                </a:solidFill>
                <a:latin typeface="Arial"/>
                <a:ea typeface="Arial"/>
                <a:cs typeface="Arial"/>
              </a:rPr>
              <a:t>Finds each face in the image and provides bounding boxes and identity scores.</a:t>
            </a:r>
          </a:p>
        </p:txBody>
      </p:sp>
      <p:sp>
        <p:nvSpPr>
          <p:cNvPr id="5" name="classifier-label">
            <a:extLst>
              <a:ext uri="{FF2B5EF4-FFF2-40B4-BE49-F238E27FC236}">
                <a16:creationId xmlns:a16="http://schemas.microsoft.com/office/drawing/2014/main" id="{5C5C1714-3199-4007-8CD1-D0427794C8DD}"/>
              </a:ext>
            </a:extLst>
          </p:cNvPr>
          <p:cNvSpPr>
            <a:spLocks noGrp="1"/>
          </p:cNvSpPr>
          <p:nvPr/>
        </p:nvSpPr>
        <p:spPr>
          <a:xfrm>
            <a:off x="4819650" y="1895475"/>
            <a:ext cx="3790950" cy="381000"/>
          </a:xfrm>
          <a:prstGeom prst="rect">
            <a:avLst/>
          </a:prstGeom>
          <a:noFill/>
          <a:ln w="0">
            <a:noFill/>
            <a:prstDash val="solid"/>
          </a:ln>
        </p:spPr>
        <p:txBody>
          <a:bodyPr wrap="square" lIns="0" tIns="0" rIns="0" bIns="0" anchor="t">
            <a:noAutofit/>
          </a:bodyPr>
          <a:lstStyle>
            <a:defPPr algn="l">
              <a:defRPr sz="2100" b="1">
                <a:solidFill>
                  <a:srgbClr val="148991"/>
                </a:solidFill>
                <a:latin typeface="Arial"/>
                <a:ea typeface="Arial"/>
                <a:cs typeface="Arial"/>
              </a:defRPr>
            </a:defPPr>
            <a:lvl1pPr algn="l">
              <a:defRPr sz="2100" b="1">
                <a:solidFill>
                  <a:srgbClr val="148991"/>
                </a:solidFill>
                <a:latin typeface="Arial"/>
                <a:ea typeface="Arial"/>
                <a:cs typeface="Arial"/>
              </a:defRPr>
            </a:lvl1pPr>
            <a:lvl2pPr algn="l">
              <a:defRPr sz="2100" b="1">
                <a:solidFill>
                  <a:srgbClr val="148991"/>
                </a:solidFill>
                <a:latin typeface="Arial"/>
                <a:ea typeface="Arial"/>
                <a:cs typeface="Arial"/>
              </a:defRPr>
            </a:lvl2pPr>
            <a:lvl3pPr algn="l">
              <a:defRPr sz="2100" b="1">
                <a:solidFill>
                  <a:srgbClr val="148991"/>
                </a:solidFill>
                <a:latin typeface="Arial"/>
                <a:ea typeface="Arial"/>
                <a:cs typeface="Arial"/>
              </a:defRPr>
            </a:lvl3pPr>
            <a:lvl4pPr algn="l">
              <a:defRPr sz="2100" b="1">
                <a:solidFill>
                  <a:srgbClr val="148991"/>
                </a:solidFill>
                <a:latin typeface="Arial"/>
                <a:ea typeface="Arial"/>
                <a:cs typeface="Arial"/>
              </a:defRPr>
            </a:lvl4pPr>
            <a:lvl5pPr algn="l">
              <a:defRPr sz="2100" b="1">
                <a:solidFill>
                  <a:srgbClr val="148991"/>
                </a:solidFill>
                <a:latin typeface="Arial"/>
                <a:ea typeface="Arial"/>
                <a:cs typeface="Arial"/>
              </a:defRPr>
            </a:lvl5pPr>
            <a:lvl6pPr algn="l">
              <a:defRPr sz="2100" b="1">
                <a:solidFill>
                  <a:srgbClr val="148991"/>
                </a:solidFill>
                <a:latin typeface="Arial"/>
                <a:ea typeface="Arial"/>
                <a:cs typeface="Arial"/>
              </a:defRPr>
            </a:lvl6pPr>
            <a:lvl7pPr algn="l">
              <a:defRPr sz="2100" b="1">
                <a:solidFill>
                  <a:srgbClr val="148991"/>
                </a:solidFill>
                <a:latin typeface="Arial"/>
                <a:ea typeface="Arial"/>
                <a:cs typeface="Arial"/>
              </a:defRPr>
            </a:lvl7pPr>
            <a:lvl8pPr algn="l">
              <a:defRPr sz="2100" b="1">
                <a:solidFill>
                  <a:srgbClr val="148991"/>
                </a:solidFill>
                <a:latin typeface="Arial"/>
                <a:ea typeface="Arial"/>
                <a:cs typeface="Arial"/>
              </a:defRPr>
            </a:lvl8pPr>
            <a:lvl9pPr algn="l">
              <a:defRPr sz="2100" b="1">
                <a:solidFill>
                  <a:srgbClr val="148991"/>
                </a:solidFill>
                <a:latin typeface="Arial"/>
                <a:ea typeface="Arial"/>
                <a:cs typeface="Arial"/>
              </a:defRPr>
            </a:lvl9pPr>
          </a:lstStyle>
          <a:p>
            <a:pPr algn="l">
              <a:defRPr sz="2100" b="1">
                <a:solidFill>
                  <a:srgbClr val="148991"/>
                </a:solidFill>
                <a:latin typeface="Arial"/>
                <a:ea typeface="Arial"/>
                <a:cs typeface="Arial"/>
              </a:defRPr>
            </a:pPr>
            <a:r>
              <a:rPr sz="2100" b="1">
                <a:solidFill>
                  <a:srgbClr val="148991"/>
                </a:solidFill>
                <a:latin typeface="Arial"/>
                <a:ea typeface="Arial"/>
                <a:cs typeface="Arial"/>
              </a:rPr>
              <a:t>ResNet18</a:t>
            </a:r>
          </a:p>
        </p:txBody>
      </p:sp>
      <p:sp>
        <p:nvSpPr>
          <p:cNvPr id="6" name="classifier-role">
            <a:extLst>
              <a:ext uri="{FF2B5EF4-FFF2-40B4-BE49-F238E27FC236}">
                <a16:creationId xmlns:a16="http://schemas.microsoft.com/office/drawing/2014/main" id="{A22A9C22-050B-44A0-8CB7-21D1B3CAF8A0}"/>
              </a:ext>
            </a:extLst>
          </p:cNvPr>
          <p:cNvSpPr>
            <a:spLocks noGrp="1"/>
          </p:cNvSpPr>
          <p:nvPr/>
        </p:nvSpPr>
        <p:spPr>
          <a:xfrm>
            <a:off x="4819650" y="2371725"/>
            <a:ext cx="3790950" cy="952500"/>
          </a:xfrm>
          <a:prstGeom prst="rect">
            <a:avLst/>
          </a:prstGeom>
          <a:noFill/>
          <a:ln w="0">
            <a:noFill/>
            <a:prstDash val="solid"/>
          </a:ln>
        </p:spPr>
        <p:txBody>
          <a:bodyPr wrap="square" lIns="0" tIns="0" rIns="0" bIns="0" anchor="t">
            <a:noAutofit/>
          </a:bodyPr>
          <a:lstStyle>
            <a:defPPr algn="l">
              <a:defRPr sz="1500" b="0">
                <a:solidFill>
                  <a:srgbClr val="182841"/>
                </a:solidFill>
                <a:latin typeface="Arial"/>
                <a:ea typeface="Arial"/>
                <a:cs typeface="Arial"/>
              </a:defRPr>
            </a:defPPr>
            <a:lvl1pPr algn="l">
              <a:defRPr sz="1500" b="0">
                <a:solidFill>
                  <a:srgbClr val="182841"/>
                </a:solidFill>
                <a:latin typeface="Arial"/>
                <a:ea typeface="Arial"/>
                <a:cs typeface="Arial"/>
              </a:defRPr>
            </a:lvl1pPr>
            <a:lvl2pPr algn="l">
              <a:defRPr sz="1500" b="0">
                <a:solidFill>
                  <a:srgbClr val="182841"/>
                </a:solidFill>
                <a:latin typeface="Arial"/>
                <a:ea typeface="Arial"/>
                <a:cs typeface="Arial"/>
              </a:defRPr>
            </a:lvl2pPr>
            <a:lvl3pPr algn="l">
              <a:defRPr sz="1500" b="0">
                <a:solidFill>
                  <a:srgbClr val="182841"/>
                </a:solidFill>
                <a:latin typeface="Arial"/>
                <a:ea typeface="Arial"/>
                <a:cs typeface="Arial"/>
              </a:defRPr>
            </a:lvl3pPr>
            <a:lvl4pPr algn="l">
              <a:defRPr sz="1500" b="0">
                <a:solidFill>
                  <a:srgbClr val="182841"/>
                </a:solidFill>
                <a:latin typeface="Arial"/>
                <a:ea typeface="Arial"/>
                <a:cs typeface="Arial"/>
              </a:defRPr>
            </a:lvl4pPr>
            <a:lvl5pPr algn="l">
              <a:defRPr sz="1500" b="0">
                <a:solidFill>
                  <a:srgbClr val="182841"/>
                </a:solidFill>
                <a:latin typeface="Arial"/>
                <a:ea typeface="Arial"/>
                <a:cs typeface="Arial"/>
              </a:defRPr>
            </a:lvl5pPr>
            <a:lvl6pPr algn="l">
              <a:defRPr sz="1500" b="0">
                <a:solidFill>
                  <a:srgbClr val="182841"/>
                </a:solidFill>
                <a:latin typeface="Arial"/>
                <a:ea typeface="Arial"/>
                <a:cs typeface="Arial"/>
              </a:defRPr>
            </a:lvl6pPr>
            <a:lvl7pPr algn="l">
              <a:defRPr sz="1500" b="0">
                <a:solidFill>
                  <a:srgbClr val="182841"/>
                </a:solidFill>
                <a:latin typeface="Arial"/>
                <a:ea typeface="Arial"/>
                <a:cs typeface="Arial"/>
              </a:defRPr>
            </a:lvl7pPr>
            <a:lvl8pPr algn="l">
              <a:defRPr sz="1500" b="0">
                <a:solidFill>
                  <a:srgbClr val="182841"/>
                </a:solidFill>
                <a:latin typeface="Arial"/>
                <a:ea typeface="Arial"/>
                <a:cs typeface="Arial"/>
              </a:defRPr>
            </a:lvl8pPr>
            <a:lvl9pPr algn="l">
              <a:defRPr sz="1500" b="0">
                <a:solidFill>
                  <a:srgbClr val="182841"/>
                </a:solidFill>
                <a:latin typeface="Arial"/>
                <a:ea typeface="Arial"/>
                <a:cs typeface="Arial"/>
              </a:defRPr>
            </a:lvl9pPr>
          </a:lstStyle>
          <a:p>
            <a:pPr algn="l">
              <a:defRPr sz="1500" b="0">
                <a:solidFill>
                  <a:srgbClr val="182841"/>
                </a:solidFill>
                <a:latin typeface="Arial"/>
                <a:ea typeface="Arial"/>
                <a:cs typeface="Arial"/>
              </a:defRPr>
            </a:pPr>
            <a:r>
              <a:rPr sz="1500" b="0">
                <a:solidFill>
                  <a:srgbClr val="182841"/>
                </a:solidFill>
                <a:latin typeface="Arial"/>
                <a:ea typeface="Arial"/>
                <a:cs typeface="Arial"/>
              </a:rPr>
              <a:t>Classifies a portrait crop of each detected face across the five target identities.</a:t>
            </a:r>
          </a:p>
        </p:txBody>
      </p:sp>
      <p:sp>
        <p:nvSpPr>
          <p:cNvPr id="7" name="fusion-label">
            <a:extLst>
              <a:ext uri="{FF2B5EF4-FFF2-40B4-BE49-F238E27FC236}">
                <a16:creationId xmlns:a16="http://schemas.microsoft.com/office/drawing/2014/main" id="{2B65C645-1FAB-4F61-B017-B7C164A8D5F6}"/>
              </a:ext>
            </a:extLst>
          </p:cNvPr>
          <p:cNvSpPr>
            <a:spLocks noGrp="1"/>
          </p:cNvSpPr>
          <p:nvPr/>
        </p:nvSpPr>
        <p:spPr>
          <a:xfrm>
            <a:off x="533400" y="3486150"/>
            <a:ext cx="8077200" cy="323850"/>
          </a:xfrm>
          <a:prstGeom prst="rect">
            <a:avLst/>
          </a:prstGeom>
          <a:noFill/>
          <a:ln w="0">
            <a:noFill/>
            <a:prstDash val="solid"/>
          </a:ln>
        </p:spPr>
        <p:txBody>
          <a:bodyPr wrap="square" lIns="0" tIns="0" rIns="0" bIns="0" anchor="t">
            <a:noAutofit/>
          </a:bodyPr>
          <a:lstStyle>
            <a:defPPr algn="ctr">
              <a:defRPr sz="1800" b="1">
                <a:solidFill>
                  <a:srgbClr val="182841"/>
                </a:solidFill>
                <a:latin typeface="Arial"/>
                <a:ea typeface="Arial"/>
                <a:cs typeface="Arial"/>
              </a:defRPr>
            </a:defPPr>
            <a:lvl1pPr algn="ctr">
              <a:defRPr sz="1800" b="1">
                <a:solidFill>
                  <a:srgbClr val="182841"/>
                </a:solidFill>
                <a:latin typeface="Arial"/>
                <a:ea typeface="Arial"/>
                <a:cs typeface="Arial"/>
              </a:defRPr>
            </a:lvl1pPr>
            <a:lvl2pPr algn="ctr">
              <a:defRPr sz="1800" b="1">
                <a:solidFill>
                  <a:srgbClr val="182841"/>
                </a:solidFill>
                <a:latin typeface="Arial"/>
                <a:ea typeface="Arial"/>
                <a:cs typeface="Arial"/>
              </a:defRPr>
            </a:lvl2pPr>
            <a:lvl3pPr algn="ctr">
              <a:defRPr sz="1800" b="1">
                <a:solidFill>
                  <a:srgbClr val="182841"/>
                </a:solidFill>
                <a:latin typeface="Arial"/>
                <a:ea typeface="Arial"/>
                <a:cs typeface="Arial"/>
              </a:defRPr>
            </a:lvl3pPr>
            <a:lvl4pPr algn="ctr">
              <a:defRPr sz="1800" b="1">
                <a:solidFill>
                  <a:srgbClr val="182841"/>
                </a:solidFill>
                <a:latin typeface="Arial"/>
                <a:ea typeface="Arial"/>
                <a:cs typeface="Arial"/>
              </a:defRPr>
            </a:lvl4pPr>
            <a:lvl5pPr algn="ctr">
              <a:defRPr sz="1800" b="1">
                <a:solidFill>
                  <a:srgbClr val="182841"/>
                </a:solidFill>
                <a:latin typeface="Arial"/>
                <a:ea typeface="Arial"/>
                <a:cs typeface="Arial"/>
              </a:defRPr>
            </a:lvl5pPr>
            <a:lvl6pPr algn="ctr">
              <a:defRPr sz="1800" b="1">
                <a:solidFill>
                  <a:srgbClr val="182841"/>
                </a:solidFill>
                <a:latin typeface="Arial"/>
                <a:ea typeface="Arial"/>
                <a:cs typeface="Arial"/>
              </a:defRPr>
            </a:lvl6pPr>
            <a:lvl7pPr algn="ctr">
              <a:defRPr sz="1800" b="1">
                <a:solidFill>
                  <a:srgbClr val="182841"/>
                </a:solidFill>
                <a:latin typeface="Arial"/>
                <a:ea typeface="Arial"/>
                <a:cs typeface="Arial"/>
              </a:defRPr>
            </a:lvl7pPr>
            <a:lvl8pPr algn="ctr">
              <a:defRPr sz="1800" b="1">
                <a:solidFill>
                  <a:srgbClr val="182841"/>
                </a:solidFill>
                <a:latin typeface="Arial"/>
                <a:ea typeface="Arial"/>
                <a:cs typeface="Arial"/>
              </a:defRPr>
            </a:lvl8pPr>
            <a:lvl9pPr algn="ctr">
              <a:defRPr sz="1800" b="1">
                <a:solidFill>
                  <a:srgbClr val="182841"/>
                </a:solidFill>
                <a:latin typeface="Arial"/>
                <a:ea typeface="Arial"/>
                <a:cs typeface="Arial"/>
              </a:defRPr>
            </a:lvl9pPr>
          </a:lstStyle>
          <a:p>
            <a:pPr algn="ctr">
              <a:defRPr sz="1800" b="1">
                <a:solidFill>
                  <a:srgbClr val="182841"/>
                </a:solidFill>
                <a:latin typeface="Arial"/>
                <a:ea typeface="Arial"/>
                <a:cs typeface="Arial"/>
              </a:defRPr>
            </a:pPr>
            <a:r>
              <a:rPr sz="1800" b="1">
                <a:solidFill>
                  <a:srgbClr val="182841"/>
                </a:solidFill>
                <a:latin typeface="Arial"/>
                <a:ea typeface="Arial"/>
                <a:cs typeface="Arial"/>
              </a:rPr>
              <a:t>Combined identity score</a:t>
            </a:r>
          </a:p>
        </p:txBody>
      </p:sp>
      <p:sp>
        <p:nvSpPr>
          <p:cNvPr id="8" name="fusion-defaults">
            <a:extLst>
              <a:ext uri="{FF2B5EF4-FFF2-40B4-BE49-F238E27FC236}">
                <a16:creationId xmlns:a16="http://schemas.microsoft.com/office/drawing/2014/main" id="{DA622E04-7F4A-4A0B-BB73-FCADB8783BDF}"/>
              </a:ext>
            </a:extLst>
          </p:cNvPr>
          <p:cNvSpPr>
            <a:spLocks noGrp="1"/>
          </p:cNvSpPr>
          <p:nvPr/>
        </p:nvSpPr>
        <p:spPr>
          <a:xfrm>
            <a:off x="533400" y="3914775"/>
            <a:ext cx="8077200" cy="400050"/>
          </a:xfrm>
          <a:prstGeom prst="rect">
            <a:avLst/>
          </a:prstGeom>
          <a:noFill/>
          <a:ln w="0">
            <a:noFill/>
            <a:prstDash val="solid"/>
          </a:ln>
        </p:spPr>
        <p:txBody>
          <a:bodyPr wrap="square" lIns="0" tIns="0" rIns="0" bIns="0" anchor="t">
            <a:noAutofit/>
          </a:bodyPr>
          <a:lstStyle>
            <a:defPPr algn="ctr">
              <a:defRPr sz="2200" b="1">
                <a:solidFill>
                  <a:srgbClr val="148991"/>
                </a:solidFill>
                <a:latin typeface="Arial"/>
                <a:ea typeface="Arial"/>
                <a:cs typeface="Arial"/>
              </a:defRPr>
            </a:defPPr>
            <a:lvl1pPr algn="ctr">
              <a:defRPr sz="2200" b="1">
                <a:solidFill>
                  <a:srgbClr val="148991"/>
                </a:solidFill>
                <a:latin typeface="Arial"/>
                <a:ea typeface="Arial"/>
                <a:cs typeface="Arial"/>
              </a:defRPr>
            </a:lvl1pPr>
            <a:lvl2pPr algn="ctr">
              <a:defRPr sz="2200" b="1">
                <a:solidFill>
                  <a:srgbClr val="148991"/>
                </a:solidFill>
                <a:latin typeface="Arial"/>
                <a:ea typeface="Arial"/>
                <a:cs typeface="Arial"/>
              </a:defRPr>
            </a:lvl2pPr>
            <a:lvl3pPr algn="ctr">
              <a:defRPr sz="2200" b="1">
                <a:solidFill>
                  <a:srgbClr val="148991"/>
                </a:solidFill>
                <a:latin typeface="Arial"/>
                <a:ea typeface="Arial"/>
                <a:cs typeface="Arial"/>
              </a:defRPr>
            </a:lvl3pPr>
            <a:lvl4pPr algn="ctr">
              <a:defRPr sz="2200" b="1">
                <a:solidFill>
                  <a:srgbClr val="148991"/>
                </a:solidFill>
                <a:latin typeface="Arial"/>
                <a:ea typeface="Arial"/>
                <a:cs typeface="Arial"/>
              </a:defRPr>
            </a:lvl4pPr>
            <a:lvl5pPr algn="ctr">
              <a:defRPr sz="2200" b="1">
                <a:solidFill>
                  <a:srgbClr val="148991"/>
                </a:solidFill>
                <a:latin typeface="Arial"/>
                <a:ea typeface="Arial"/>
                <a:cs typeface="Arial"/>
              </a:defRPr>
            </a:lvl5pPr>
            <a:lvl6pPr algn="ctr">
              <a:defRPr sz="2200" b="1">
                <a:solidFill>
                  <a:srgbClr val="148991"/>
                </a:solidFill>
                <a:latin typeface="Arial"/>
                <a:ea typeface="Arial"/>
                <a:cs typeface="Arial"/>
              </a:defRPr>
            </a:lvl6pPr>
            <a:lvl7pPr algn="ctr">
              <a:defRPr sz="2200" b="1">
                <a:solidFill>
                  <a:srgbClr val="148991"/>
                </a:solidFill>
                <a:latin typeface="Arial"/>
                <a:ea typeface="Arial"/>
                <a:cs typeface="Arial"/>
              </a:defRPr>
            </a:lvl7pPr>
            <a:lvl8pPr algn="ctr">
              <a:defRPr sz="2200" b="1">
                <a:solidFill>
                  <a:srgbClr val="148991"/>
                </a:solidFill>
                <a:latin typeface="Arial"/>
                <a:ea typeface="Arial"/>
                <a:cs typeface="Arial"/>
              </a:defRPr>
            </a:lvl8pPr>
            <a:lvl9pPr algn="ctr">
              <a:defRPr sz="2200" b="1">
                <a:solidFill>
                  <a:srgbClr val="148991"/>
                </a:solidFill>
                <a:latin typeface="Arial"/>
                <a:ea typeface="Arial"/>
                <a:cs typeface="Arial"/>
              </a:defRPr>
            </a:lvl9pPr>
          </a:lstStyle>
          <a:p>
            <a:pPr algn="ctr">
              <a:defRPr sz="2200" b="1">
                <a:solidFill>
                  <a:srgbClr val="148991"/>
                </a:solidFill>
                <a:latin typeface="Arial"/>
                <a:ea typeface="Arial"/>
                <a:cs typeface="Arial"/>
              </a:defRPr>
            </a:pPr>
            <a:r>
              <a:rPr sz="2200" b="1">
                <a:solidFill>
                  <a:srgbClr val="148991"/>
                </a:solidFill>
                <a:latin typeface="Arial"/>
                <a:ea typeface="Arial"/>
                <a:cs typeface="Arial"/>
              </a:rPr>
              <a:t>50% YOLOv8n + 50% ResNet18</a:t>
            </a:r>
          </a:p>
        </p:txBody>
      </p:sp>
      <p:sp>
        <p:nvSpPr>
          <p:cNvPr id="9" name="fusion-explanation">
            <a:extLst>
              <a:ext uri="{FF2B5EF4-FFF2-40B4-BE49-F238E27FC236}">
                <a16:creationId xmlns:a16="http://schemas.microsoft.com/office/drawing/2014/main" id="{20290683-391C-4EBA-9910-87E055DE73E9}"/>
              </a:ext>
            </a:extLst>
          </p:cNvPr>
          <p:cNvSpPr>
            <a:spLocks noGrp="1"/>
          </p:cNvSpPr>
          <p:nvPr/>
        </p:nvSpPr>
        <p:spPr>
          <a:xfrm>
            <a:off x="533400" y="4467225"/>
            <a:ext cx="8077200" cy="323850"/>
          </a:xfrm>
          <a:prstGeom prst="rect">
            <a:avLst/>
          </a:prstGeom>
          <a:noFill/>
          <a:ln w="0">
            <a:noFill/>
            <a:prstDash val="solid"/>
          </a:ln>
        </p:spPr>
        <p:txBody>
          <a:bodyPr wrap="square" lIns="0" tIns="0" rIns="0" bIns="0" anchor="t">
            <a:noAutofit/>
          </a:bodyPr>
          <a:lstStyle>
            <a:defPPr algn="ctr">
              <a:defRPr sz="1400" b="0">
                <a:solidFill>
                  <a:srgbClr val="59697B"/>
                </a:solidFill>
                <a:latin typeface="Arial"/>
                <a:ea typeface="Arial"/>
                <a:cs typeface="Arial"/>
              </a:defRPr>
            </a:defPPr>
            <a:lvl1pPr algn="ctr">
              <a:defRPr sz="1400" b="0">
                <a:solidFill>
                  <a:srgbClr val="59697B"/>
                </a:solidFill>
                <a:latin typeface="Arial"/>
                <a:ea typeface="Arial"/>
                <a:cs typeface="Arial"/>
              </a:defRPr>
            </a:lvl1pPr>
            <a:lvl2pPr algn="ctr">
              <a:defRPr sz="1400" b="0">
                <a:solidFill>
                  <a:srgbClr val="59697B"/>
                </a:solidFill>
                <a:latin typeface="Arial"/>
                <a:ea typeface="Arial"/>
                <a:cs typeface="Arial"/>
              </a:defRPr>
            </a:lvl2pPr>
            <a:lvl3pPr algn="ctr">
              <a:defRPr sz="1400" b="0">
                <a:solidFill>
                  <a:srgbClr val="59697B"/>
                </a:solidFill>
                <a:latin typeface="Arial"/>
                <a:ea typeface="Arial"/>
                <a:cs typeface="Arial"/>
              </a:defRPr>
            </a:lvl3pPr>
            <a:lvl4pPr algn="ctr">
              <a:defRPr sz="1400" b="0">
                <a:solidFill>
                  <a:srgbClr val="59697B"/>
                </a:solidFill>
                <a:latin typeface="Arial"/>
                <a:ea typeface="Arial"/>
                <a:cs typeface="Arial"/>
              </a:defRPr>
            </a:lvl4pPr>
            <a:lvl5pPr algn="ctr">
              <a:defRPr sz="1400" b="0">
                <a:solidFill>
                  <a:srgbClr val="59697B"/>
                </a:solidFill>
                <a:latin typeface="Arial"/>
                <a:ea typeface="Arial"/>
                <a:cs typeface="Arial"/>
              </a:defRPr>
            </a:lvl5pPr>
            <a:lvl6pPr algn="ctr">
              <a:defRPr sz="1400" b="0">
                <a:solidFill>
                  <a:srgbClr val="59697B"/>
                </a:solidFill>
                <a:latin typeface="Arial"/>
                <a:ea typeface="Arial"/>
                <a:cs typeface="Arial"/>
              </a:defRPr>
            </a:lvl6pPr>
            <a:lvl7pPr algn="ctr">
              <a:defRPr sz="1400" b="0">
                <a:solidFill>
                  <a:srgbClr val="59697B"/>
                </a:solidFill>
                <a:latin typeface="Arial"/>
                <a:ea typeface="Arial"/>
                <a:cs typeface="Arial"/>
              </a:defRPr>
            </a:lvl7pPr>
            <a:lvl8pPr algn="ctr">
              <a:defRPr sz="1400" b="0">
                <a:solidFill>
                  <a:srgbClr val="59697B"/>
                </a:solidFill>
                <a:latin typeface="Arial"/>
                <a:ea typeface="Arial"/>
                <a:cs typeface="Arial"/>
              </a:defRPr>
            </a:lvl8pPr>
            <a:lvl9pPr algn="ctr">
              <a:defRPr sz="1400" b="0">
                <a:solidFill>
                  <a:srgbClr val="59697B"/>
                </a:solidFill>
                <a:latin typeface="Arial"/>
                <a:ea typeface="Arial"/>
                <a:cs typeface="Arial"/>
              </a:defRPr>
            </a:lvl9pPr>
          </a:lstStyle>
          <a:p>
            <a:pPr algn="ctr">
              <a:defRPr sz="1400" b="0">
                <a:solidFill>
                  <a:srgbClr val="59697B"/>
                </a:solidFill>
                <a:latin typeface="Arial"/>
                <a:ea typeface="Arial"/>
                <a:cs typeface="Arial"/>
              </a:defRPr>
            </a:pPr>
            <a:r>
              <a:rPr sz="1400" b="0">
                <a:solidFill>
                  <a:srgbClr val="59697B"/>
                </a:solidFill>
                <a:latin typeface="Arial"/>
                <a:ea typeface="Arial"/>
                <a:cs typeface="Arial"/>
              </a:rPr>
              <a:t>The app compares the fused confidence with the unknown threshold.</a:t>
            </a:r>
          </a:p>
        </p:txBody>
      </p:sp>
    </p:spTree>
    <p:extLst>
      <p:ext uri="{BB962C8B-B14F-4D97-AF65-F5344CB8AC3E}">
        <p14:creationId xmlns:p14="http://schemas.microsoft.com/office/powerpoint/2010/main" val="1698397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7C3ED941-2666-4520-82C9-C81D9709C955}"/>
              </a:ext>
            </a:extLst>
          </p:cNvPr>
          <p:cNvSpPr>
            <a:spLocks noGrp="1"/>
          </p:cNvSpPr>
          <p:nvPr/>
        </p:nvSpPr>
        <p:spPr>
          <a:xfrm>
            <a:off x="444532" y="609600"/>
            <a:ext cx="8127873" cy="609600"/>
          </a:xfrm>
          <a:prstGeom prst="rect">
            <a:avLst/>
          </a:prstGeom>
          <a:noFill/>
          <a:ln w="0">
            <a:noFill/>
            <a:prstDash val="solid"/>
          </a:ln>
        </p:spPr>
        <p:txBody>
          <a:bodyPr wrap="square" lIns="0" tIns="0" rIns="0" bIns="0" anchor="t">
            <a:noAutofit/>
          </a:bodyPr>
          <a:lstStyle>
            <a:defPPr algn="ctr">
              <a:defRPr sz="2700" b="1">
                <a:solidFill>
                  <a:srgbClr val="182841"/>
                </a:solidFill>
                <a:latin typeface="Arial"/>
                <a:ea typeface="Arial"/>
                <a:cs typeface="Arial"/>
              </a:defRPr>
            </a:defPPr>
            <a:lvl1pPr algn="ctr">
              <a:defRPr sz="2700" b="1">
                <a:solidFill>
                  <a:srgbClr val="182841"/>
                </a:solidFill>
                <a:latin typeface="Arial"/>
                <a:ea typeface="Arial"/>
                <a:cs typeface="Arial"/>
              </a:defRPr>
            </a:lvl1pPr>
            <a:lvl2pPr algn="ctr">
              <a:defRPr sz="2700" b="1">
                <a:solidFill>
                  <a:srgbClr val="182841"/>
                </a:solidFill>
                <a:latin typeface="Arial"/>
                <a:ea typeface="Arial"/>
                <a:cs typeface="Arial"/>
              </a:defRPr>
            </a:lvl2pPr>
            <a:lvl3pPr algn="ctr">
              <a:defRPr sz="2700" b="1">
                <a:solidFill>
                  <a:srgbClr val="182841"/>
                </a:solidFill>
                <a:latin typeface="Arial"/>
                <a:ea typeface="Arial"/>
                <a:cs typeface="Arial"/>
              </a:defRPr>
            </a:lvl3pPr>
            <a:lvl4pPr algn="ctr">
              <a:defRPr sz="2700" b="1">
                <a:solidFill>
                  <a:srgbClr val="182841"/>
                </a:solidFill>
                <a:latin typeface="Arial"/>
                <a:ea typeface="Arial"/>
                <a:cs typeface="Arial"/>
              </a:defRPr>
            </a:lvl4pPr>
            <a:lvl5pPr algn="ctr">
              <a:defRPr sz="2700" b="1">
                <a:solidFill>
                  <a:srgbClr val="182841"/>
                </a:solidFill>
                <a:latin typeface="Arial"/>
                <a:ea typeface="Arial"/>
                <a:cs typeface="Arial"/>
              </a:defRPr>
            </a:lvl5pPr>
            <a:lvl6pPr algn="ctr">
              <a:defRPr sz="2700" b="1">
                <a:solidFill>
                  <a:srgbClr val="182841"/>
                </a:solidFill>
                <a:latin typeface="Arial"/>
                <a:ea typeface="Arial"/>
                <a:cs typeface="Arial"/>
              </a:defRPr>
            </a:lvl6pPr>
            <a:lvl7pPr algn="ctr">
              <a:defRPr sz="2700" b="1">
                <a:solidFill>
                  <a:srgbClr val="182841"/>
                </a:solidFill>
                <a:latin typeface="Arial"/>
                <a:ea typeface="Arial"/>
                <a:cs typeface="Arial"/>
              </a:defRPr>
            </a:lvl7pPr>
            <a:lvl8pPr algn="ctr">
              <a:defRPr sz="2700" b="1">
                <a:solidFill>
                  <a:srgbClr val="182841"/>
                </a:solidFill>
                <a:latin typeface="Arial"/>
                <a:ea typeface="Arial"/>
                <a:cs typeface="Arial"/>
              </a:defRPr>
            </a:lvl8pPr>
            <a:lvl9pPr algn="ctr">
              <a:defRPr sz="2700" b="1">
                <a:solidFill>
                  <a:srgbClr val="182841"/>
                </a:solidFill>
                <a:latin typeface="Arial"/>
                <a:ea typeface="Arial"/>
                <a:cs typeface="Arial"/>
              </a:defRPr>
            </a:lvl9pPr>
          </a:lstStyle>
          <a:p>
            <a:pPr algn="ctr">
              <a:defRPr sz="2700" b="1">
                <a:solidFill>
                  <a:srgbClr val="182841"/>
                </a:solidFill>
                <a:latin typeface="Arial"/>
                <a:ea typeface="Arial"/>
                <a:cs typeface="Arial"/>
              </a:defRPr>
            </a:pPr>
            <a:r>
              <a:rPr sz="2700" b="1">
                <a:solidFill>
                  <a:srgbClr val="182841"/>
                </a:solidFill>
                <a:latin typeface="Arial"/>
                <a:ea typeface="Arial"/>
                <a:cs typeface="Arial"/>
              </a:rPr>
              <a:t>Recognition Results</a:t>
            </a:r>
          </a:p>
        </p:txBody>
      </p:sp>
      <p:sp>
        <p:nvSpPr>
          <p:cNvPr id="2" name="slide-subtitle">
            <a:extLst>
              <a:ext uri="{FF2B5EF4-FFF2-40B4-BE49-F238E27FC236}">
                <a16:creationId xmlns:a16="http://schemas.microsoft.com/office/drawing/2014/main" id="{B2A49E44-9F74-47A4-8225-E75099C0696A}"/>
              </a:ext>
            </a:extLst>
          </p:cNvPr>
          <p:cNvSpPr>
            <a:spLocks noGrp="1"/>
          </p:cNvSpPr>
          <p:nvPr/>
        </p:nvSpPr>
        <p:spPr>
          <a:xfrm>
            <a:off x="457200" y="1257300"/>
            <a:ext cx="8064627" cy="355473"/>
          </a:xfrm>
          <a:prstGeom prst="rect">
            <a:avLst/>
          </a:prstGeom>
          <a:noFill/>
          <a:ln w="0">
            <a:noFill/>
            <a:prstDash val="solid"/>
          </a:ln>
        </p:spPr>
        <p:txBody>
          <a:bodyPr wrap="square" lIns="0" tIns="0" rIns="0" bIns="0" anchor="t">
            <a:noAutofit/>
          </a:bodyPr>
          <a:lstStyle>
            <a:defPPr algn="ctr">
              <a:defRPr sz="1200" b="0">
                <a:solidFill>
                  <a:srgbClr val="59697B"/>
                </a:solidFill>
                <a:latin typeface="Arial"/>
                <a:ea typeface="Arial"/>
                <a:cs typeface="Arial"/>
              </a:defRPr>
            </a:defPPr>
            <a:lvl1pPr algn="ctr">
              <a:defRPr sz="1200" b="0">
                <a:solidFill>
                  <a:srgbClr val="59697B"/>
                </a:solidFill>
                <a:latin typeface="Arial"/>
                <a:ea typeface="Arial"/>
                <a:cs typeface="Arial"/>
              </a:defRPr>
            </a:lvl1pPr>
            <a:lvl2pPr algn="ctr">
              <a:defRPr sz="1200" b="0">
                <a:solidFill>
                  <a:srgbClr val="59697B"/>
                </a:solidFill>
                <a:latin typeface="Arial"/>
                <a:ea typeface="Arial"/>
                <a:cs typeface="Arial"/>
              </a:defRPr>
            </a:lvl2pPr>
            <a:lvl3pPr algn="ctr">
              <a:defRPr sz="1200" b="0">
                <a:solidFill>
                  <a:srgbClr val="59697B"/>
                </a:solidFill>
                <a:latin typeface="Arial"/>
                <a:ea typeface="Arial"/>
                <a:cs typeface="Arial"/>
              </a:defRPr>
            </a:lvl3pPr>
            <a:lvl4pPr algn="ctr">
              <a:defRPr sz="1200" b="0">
                <a:solidFill>
                  <a:srgbClr val="59697B"/>
                </a:solidFill>
                <a:latin typeface="Arial"/>
                <a:ea typeface="Arial"/>
                <a:cs typeface="Arial"/>
              </a:defRPr>
            </a:lvl4pPr>
            <a:lvl5pPr algn="ctr">
              <a:defRPr sz="1200" b="0">
                <a:solidFill>
                  <a:srgbClr val="59697B"/>
                </a:solidFill>
                <a:latin typeface="Arial"/>
                <a:ea typeface="Arial"/>
                <a:cs typeface="Arial"/>
              </a:defRPr>
            </a:lvl5pPr>
            <a:lvl6pPr algn="ctr">
              <a:defRPr sz="1200" b="0">
                <a:solidFill>
                  <a:srgbClr val="59697B"/>
                </a:solidFill>
                <a:latin typeface="Arial"/>
                <a:ea typeface="Arial"/>
                <a:cs typeface="Arial"/>
              </a:defRPr>
            </a:lvl6pPr>
            <a:lvl7pPr algn="ctr">
              <a:defRPr sz="1200" b="0">
                <a:solidFill>
                  <a:srgbClr val="59697B"/>
                </a:solidFill>
                <a:latin typeface="Arial"/>
                <a:ea typeface="Arial"/>
                <a:cs typeface="Arial"/>
              </a:defRPr>
            </a:lvl7pPr>
            <a:lvl8pPr algn="ctr">
              <a:defRPr sz="1200" b="0">
                <a:solidFill>
                  <a:srgbClr val="59697B"/>
                </a:solidFill>
                <a:latin typeface="Arial"/>
                <a:ea typeface="Arial"/>
                <a:cs typeface="Arial"/>
              </a:defRPr>
            </a:lvl8pPr>
            <a:lvl9pPr algn="ctr">
              <a:defRPr sz="1200" b="0">
                <a:solidFill>
                  <a:srgbClr val="59697B"/>
                </a:solidFill>
                <a:latin typeface="Arial"/>
                <a:ea typeface="Arial"/>
                <a:cs typeface="Arial"/>
              </a:defRPr>
            </a:lvl9pPr>
          </a:lstStyle>
          <a:p>
            <a:pPr algn="ctr">
              <a:defRPr sz="1200" b="0">
                <a:solidFill>
                  <a:srgbClr val="59697B"/>
                </a:solidFill>
                <a:latin typeface="Arial"/>
                <a:ea typeface="Arial"/>
                <a:cs typeface="Arial"/>
              </a:defRPr>
            </a:pPr>
            <a:r>
              <a:rPr sz="1200" b="0">
                <a:solidFill>
                  <a:srgbClr val="59697B"/>
                </a:solidFill>
                <a:latin typeface="Arial"/>
                <a:ea typeface="Arial"/>
                <a:cs typeface="Arial"/>
              </a:rPr>
              <a:t>The output combines visual labels with model-level details</a:t>
            </a:r>
          </a:p>
        </p:txBody>
      </p:sp>
      <p:sp>
        <p:nvSpPr>
          <p:cNvPr id="3" name="result-label-0">
            <a:extLst>
              <a:ext uri="{FF2B5EF4-FFF2-40B4-BE49-F238E27FC236}">
                <a16:creationId xmlns:a16="http://schemas.microsoft.com/office/drawing/2014/main" id="{3204144C-BCAB-4818-9453-5B07DB702730}"/>
              </a:ext>
            </a:extLst>
          </p:cNvPr>
          <p:cNvSpPr>
            <a:spLocks noGrp="1"/>
          </p:cNvSpPr>
          <p:nvPr/>
        </p:nvSpPr>
        <p:spPr>
          <a:xfrm>
            <a:off x="533400" y="1895475"/>
            <a:ext cx="2171700" cy="371475"/>
          </a:xfrm>
          <a:prstGeom prst="rect">
            <a:avLst/>
          </a:prstGeom>
          <a:noFill/>
          <a:ln w="0">
            <a:noFill/>
            <a:prstDash val="solid"/>
          </a:ln>
        </p:spPr>
        <p:txBody>
          <a:bodyPr wrap="square" lIns="0" tIns="0" rIns="0" bIns="0" anchor="t">
            <a:noAutofit/>
          </a:bodyPr>
          <a:lstStyle>
            <a:defPPr algn="l">
              <a:defRPr sz="1700" b="1">
                <a:solidFill>
                  <a:srgbClr val="148991"/>
                </a:solidFill>
                <a:latin typeface="Arial"/>
                <a:ea typeface="Arial"/>
                <a:cs typeface="Arial"/>
              </a:defRPr>
            </a:defPPr>
            <a:lvl1pPr algn="l">
              <a:defRPr sz="1700" b="1">
                <a:solidFill>
                  <a:srgbClr val="148991"/>
                </a:solidFill>
                <a:latin typeface="Arial"/>
                <a:ea typeface="Arial"/>
                <a:cs typeface="Arial"/>
              </a:defRPr>
            </a:lvl1pPr>
            <a:lvl2pPr algn="l">
              <a:defRPr sz="1700" b="1">
                <a:solidFill>
                  <a:srgbClr val="148991"/>
                </a:solidFill>
                <a:latin typeface="Arial"/>
                <a:ea typeface="Arial"/>
                <a:cs typeface="Arial"/>
              </a:defRPr>
            </a:lvl2pPr>
            <a:lvl3pPr algn="l">
              <a:defRPr sz="1700" b="1">
                <a:solidFill>
                  <a:srgbClr val="148991"/>
                </a:solidFill>
                <a:latin typeface="Arial"/>
                <a:ea typeface="Arial"/>
                <a:cs typeface="Arial"/>
              </a:defRPr>
            </a:lvl3pPr>
            <a:lvl4pPr algn="l">
              <a:defRPr sz="1700" b="1">
                <a:solidFill>
                  <a:srgbClr val="148991"/>
                </a:solidFill>
                <a:latin typeface="Arial"/>
                <a:ea typeface="Arial"/>
                <a:cs typeface="Arial"/>
              </a:defRPr>
            </a:lvl4pPr>
            <a:lvl5pPr algn="l">
              <a:defRPr sz="1700" b="1">
                <a:solidFill>
                  <a:srgbClr val="148991"/>
                </a:solidFill>
                <a:latin typeface="Arial"/>
                <a:ea typeface="Arial"/>
                <a:cs typeface="Arial"/>
              </a:defRPr>
            </a:lvl5pPr>
            <a:lvl6pPr algn="l">
              <a:defRPr sz="1700" b="1">
                <a:solidFill>
                  <a:srgbClr val="148991"/>
                </a:solidFill>
                <a:latin typeface="Arial"/>
                <a:ea typeface="Arial"/>
                <a:cs typeface="Arial"/>
              </a:defRPr>
            </a:lvl6pPr>
            <a:lvl7pPr algn="l">
              <a:defRPr sz="1700" b="1">
                <a:solidFill>
                  <a:srgbClr val="148991"/>
                </a:solidFill>
                <a:latin typeface="Arial"/>
                <a:ea typeface="Arial"/>
                <a:cs typeface="Arial"/>
              </a:defRPr>
            </a:lvl7pPr>
            <a:lvl8pPr algn="l">
              <a:defRPr sz="1700" b="1">
                <a:solidFill>
                  <a:srgbClr val="148991"/>
                </a:solidFill>
                <a:latin typeface="Arial"/>
                <a:ea typeface="Arial"/>
                <a:cs typeface="Arial"/>
              </a:defRPr>
            </a:lvl8pPr>
            <a:lvl9pPr algn="l">
              <a:defRPr sz="1700" b="1">
                <a:solidFill>
                  <a:srgbClr val="148991"/>
                </a:solidFill>
                <a:latin typeface="Arial"/>
                <a:ea typeface="Arial"/>
                <a:cs typeface="Arial"/>
              </a:defRPr>
            </a:lvl9pPr>
          </a:lstStyle>
          <a:p>
            <a:pPr algn="l">
              <a:defRPr sz="1700" b="1">
                <a:solidFill>
                  <a:srgbClr val="148991"/>
                </a:solidFill>
                <a:latin typeface="Arial"/>
                <a:ea typeface="Arial"/>
                <a:cs typeface="Arial"/>
              </a:defRPr>
            </a:pPr>
            <a:r>
              <a:rPr sz="1700" b="1">
                <a:solidFill>
                  <a:srgbClr val="148991"/>
                </a:solidFill>
                <a:latin typeface="Arial"/>
                <a:ea typeface="Arial"/>
                <a:cs typeface="Arial"/>
              </a:rPr>
              <a:t>Named face</a:t>
            </a:r>
          </a:p>
        </p:txBody>
      </p:sp>
      <p:sp>
        <p:nvSpPr>
          <p:cNvPr id="4" name="result-description-0">
            <a:extLst>
              <a:ext uri="{FF2B5EF4-FFF2-40B4-BE49-F238E27FC236}">
                <a16:creationId xmlns:a16="http://schemas.microsoft.com/office/drawing/2014/main" id="{E5C86B05-CF59-41B1-8D4A-647E60B44F5C}"/>
              </a:ext>
            </a:extLst>
          </p:cNvPr>
          <p:cNvSpPr>
            <a:spLocks noGrp="1"/>
          </p:cNvSpPr>
          <p:nvPr/>
        </p:nvSpPr>
        <p:spPr>
          <a:xfrm>
            <a:off x="2914650" y="1895475"/>
            <a:ext cx="5695950" cy="619125"/>
          </a:xfrm>
          <a:prstGeom prst="rect">
            <a:avLst/>
          </a:prstGeom>
          <a:noFill/>
          <a:ln w="0">
            <a:noFill/>
            <a:prstDash val="solid"/>
          </a:ln>
        </p:spPr>
        <p:txBody>
          <a:bodyPr wrap="square" lIns="0" tIns="0" rIns="0" bIns="0" anchor="t">
            <a:noAutofit/>
          </a:bodyPr>
          <a:lstStyle>
            <a:defPPr algn="l">
              <a:defRPr sz="1500" b="0">
                <a:solidFill>
                  <a:srgbClr val="182841"/>
                </a:solidFill>
                <a:latin typeface="Arial"/>
                <a:ea typeface="Arial"/>
                <a:cs typeface="Arial"/>
              </a:defRPr>
            </a:defPPr>
            <a:lvl1pPr algn="l">
              <a:defRPr sz="1500" b="0">
                <a:solidFill>
                  <a:srgbClr val="182841"/>
                </a:solidFill>
                <a:latin typeface="Arial"/>
                <a:ea typeface="Arial"/>
                <a:cs typeface="Arial"/>
              </a:defRPr>
            </a:lvl1pPr>
            <a:lvl2pPr algn="l">
              <a:defRPr sz="1500" b="0">
                <a:solidFill>
                  <a:srgbClr val="182841"/>
                </a:solidFill>
                <a:latin typeface="Arial"/>
                <a:ea typeface="Arial"/>
                <a:cs typeface="Arial"/>
              </a:defRPr>
            </a:lvl2pPr>
            <a:lvl3pPr algn="l">
              <a:defRPr sz="1500" b="0">
                <a:solidFill>
                  <a:srgbClr val="182841"/>
                </a:solidFill>
                <a:latin typeface="Arial"/>
                <a:ea typeface="Arial"/>
                <a:cs typeface="Arial"/>
              </a:defRPr>
            </a:lvl3pPr>
            <a:lvl4pPr algn="l">
              <a:defRPr sz="1500" b="0">
                <a:solidFill>
                  <a:srgbClr val="182841"/>
                </a:solidFill>
                <a:latin typeface="Arial"/>
                <a:ea typeface="Arial"/>
                <a:cs typeface="Arial"/>
              </a:defRPr>
            </a:lvl4pPr>
            <a:lvl5pPr algn="l">
              <a:defRPr sz="1500" b="0">
                <a:solidFill>
                  <a:srgbClr val="182841"/>
                </a:solidFill>
                <a:latin typeface="Arial"/>
                <a:ea typeface="Arial"/>
                <a:cs typeface="Arial"/>
              </a:defRPr>
            </a:lvl5pPr>
            <a:lvl6pPr algn="l">
              <a:defRPr sz="1500" b="0">
                <a:solidFill>
                  <a:srgbClr val="182841"/>
                </a:solidFill>
                <a:latin typeface="Arial"/>
                <a:ea typeface="Arial"/>
                <a:cs typeface="Arial"/>
              </a:defRPr>
            </a:lvl6pPr>
            <a:lvl7pPr algn="l">
              <a:defRPr sz="1500" b="0">
                <a:solidFill>
                  <a:srgbClr val="182841"/>
                </a:solidFill>
                <a:latin typeface="Arial"/>
                <a:ea typeface="Arial"/>
                <a:cs typeface="Arial"/>
              </a:defRPr>
            </a:lvl7pPr>
            <a:lvl8pPr algn="l">
              <a:defRPr sz="1500" b="0">
                <a:solidFill>
                  <a:srgbClr val="182841"/>
                </a:solidFill>
                <a:latin typeface="Arial"/>
                <a:ea typeface="Arial"/>
                <a:cs typeface="Arial"/>
              </a:defRPr>
            </a:lvl8pPr>
            <a:lvl9pPr algn="l">
              <a:defRPr sz="1500" b="0">
                <a:solidFill>
                  <a:srgbClr val="182841"/>
                </a:solidFill>
                <a:latin typeface="Arial"/>
                <a:ea typeface="Arial"/>
                <a:cs typeface="Arial"/>
              </a:defRPr>
            </a:lvl9pPr>
          </a:lstStyle>
          <a:p>
            <a:pPr algn="l">
              <a:defRPr sz="1500" b="0">
                <a:solidFill>
                  <a:srgbClr val="182841"/>
                </a:solidFill>
                <a:latin typeface="Arial"/>
                <a:ea typeface="Arial"/>
                <a:cs typeface="Arial"/>
              </a:defRPr>
            </a:pPr>
            <a:r>
              <a:rPr sz="1500" b="0">
                <a:solidFill>
                  <a:srgbClr val="182841"/>
                </a:solidFill>
                <a:latin typeface="Arial"/>
                <a:ea typeface="Arial"/>
                <a:cs typeface="Arial"/>
              </a:rPr>
              <a:t>Colored box with a predicted identity and a confidence score.</a:t>
            </a:r>
          </a:p>
        </p:txBody>
      </p:sp>
      <p:sp>
        <p:nvSpPr>
          <p:cNvPr id="5" name="result-label-1">
            <a:extLst>
              <a:ext uri="{FF2B5EF4-FFF2-40B4-BE49-F238E27FC236}">
                <a16:creationId xmlns:a16="http://schemas.microsoft.com/office/drawing/2014/main" id="{199BC2A0-1E25-40A1-8EFB-07BD76C14253}"/>
              </a:ext>
            </a:extLst>
          </p:cNvPr>
          <p:cNvSpPr>
            <a:spLocks noGrp="1"/>
          </p:cNvSpPr>
          <p:nvPr/>
        </p:nvSpPr>
        <p:spPr>
          <a:xfrm>
            <a:off x="533400" y="2619375"/>
            <a:ext cx="2171700" cy="371475"/>
          </a:xfrm>
          <a:prstGeom prst="rect">
            <a:avLst/>
          </a:prstGeom>
          <a:noFill/>
          <a:ln w="0">
            <a:noFill/>
            <a:prstDash val="solid"/>
          </a:ln>
        </p:spPr>
        <p:txBody>
          <a:bodyPr wrap="square" lIns="0" tIns="0" rIns="0" bIns="0" anchor="t">
            <a:noAutofit/>
          </a:bodyPr>
          <a:lstStyle>
            <a:defPPr algn="l">
              <a:defRPr sz="1700" b="1">
                <a:solidFill>
                  <a:srgbClr val="59697B"/>
                </a:solidFill>
                <a:latin typeface="Arial"/>
                <a:ea typeface="Arial"/>
                <a:cs typeface="Arial"/>
              </a:defRPr>
            </a:defPPr>
            <a:lvl1pPr algn="l">
              <a:defRPr sz="1700" b="1">
                <a:solidFill>
                  <a:srgbClr val="59697B"/>
                </a:solidFill>
                <a:latin typeface="Arial"/>
                <a:ea typeface="Arial"/>
                <a:cs typeface="Arial"/>
              </a:defRPr>
            </a:lvl1pPr>
            <a:lvl2pPr algn="l">
              <a:defRPr sz="1700" b="1">
                <a:solidFill>
                  <a:srgbClr val="59697B"/>
                </a:solidFill>
                <a:latin typeface="Arial"/>
                <a:ea typeface="Arial"/>
                <a:cs typeface="Arial"/>
              </a:defRPr>
            </a:lvl2pPr>
            <a:lvl3pPr algn="l">
              <a:defRPr sz="1700" b="1">
                <a:solidFill>
                  <a:srgbClr val="59697B"/>
                </a:solidFill>
                <a:latin typeface="Arial"/>
                <a:ea typeface="Arial"/>
                <a:cs typeface="Arial"/>
              </a:defRPr>
            </a:lvl3pPr>
            <a:lvl4pPr algn="l">
              <a:defRPr sz="1700" b="1">
                <a:solidFill>
                  <a:srgbClr val="59697B"/>
                </a:solidFill>
                <a:latin typeface="Arial"/>
                <a:ea typeface="Arial"/>
                <a:cs typeface="Arial"/>
              </a:defRPr>
            </a:lvl4pPr>
            <a:lvl5pPr algn="l">
              <a:defRPr sz="1700" b="1">
                <a:solidFill>
                  <a:srgbClr val="59697B"/>
                </a:solidFill>
                <a:latin typeface="Arial"/>
                <a:ea typeface="Arial"/>
                <a:cs typeface="Arial"/>
              </a:defRPr>
            </a:lvl5pPr>
            <a:lvl6pPr algn="l">
              <a:defRPr sz="1700" b="1">
                <a:solidFill>
                  <a:srgbClr val="59697B"/>
                </a:solidFill>
                <a:latin typeface="Arial"/>
                <a:ea typeface="Arial"/>
                <a:cs typeface="Arial"/>
              </a:defRPr>
            </a:lvl6pPr>
            <a:lvl7pPr algn="l">
              <a:defRPr sz="1700" b="1">
                <a:solidFill>
                  <a:srgbClr val="59697B"/>
                </a:solidFill>
                <a:latin typeface="Arial"/>
                <a:ea typeface="Arial"/>
                <a:cs typeface="Arial"/>
              </a:defRPr>
            </a:lvl7pPr>
            <a:lvl8pPr algn="l">
              <a:defRPr sz="1700" b="1">
                <a:solidFill>
                  <a:srgbClr val="59697B"/>
                </a:solidFill>
                <a:latin typeface="Arial"/>
                <a:ea typeface="Arial"/>
                <a:cs typeface="Arial"/>
              </a:defRPr>
            </a:lvl8pPr>
            <a:lvl9pPr algn="l">
              <a:defRPr sz="1700" b="1">
                <a:solidFill>
                  <a:srgbClr val="59697B"/>
                </a:solidFill>
                <a:latin typeface="Arial"/>
                <a:ea typeface="Arial"/>
                <a:cs typeface="Arial"/>
              </a:defRPr>
            </a:lvl9pPr>
          </a:lstStyle>
          <a:p>
            <a:pPr algn="l">
              <a:defRPr sz="1700" b="1">
                <a:solidFill>
                  <a:srgbClr val="59697B"/>
                </a:solidFill>
                <a:latin typeface="Arial"/>
                <a:ea typeface="Arial"/>
                <a:cs typeface="Arial"/>
              </a:defRPr>
            </a:pPr>
            <a:r>
              <a:rPr sz="1700" b="1">
                <a:solidFill>
                  <a:srgbClr val="59697B"/>
                </a:solidFill>
                <a:latin typeface="Arial"/>
                <a:ea typeface="Arial"/>
                <a:cs typeface="Arial"/>
              </a:rPr>
              <a:t>Unknown</a:t>
            </a:r>
          </a:p>
        </p:txBody>
      </p:sp>
      <p:sp>
        <p:nvSpPr>
          <p:cNvPr id="6" name="result-description-1">
            <a:extLst>
              <a:ext uri="{FF2B5EF4-FFF2-40B4-BE49-F238E27FC236}">
                <a16:creationId xmlns:a16="http://schemas.microsoft.com/office/drawing/2014/main" id="{77E0DA33-9F4C-4978-86F7-2BCFBBA6FBC4}"/>
              </a:ext>
            </a:extLst>
          </p:cNvPr>
          <p:cNvSpPr>
            <a:spLocks noGrp="1"/>
          </p:cNvSpPr>
          <p:nvPr/>
        </p:nvSpPr>
        <p:spPr>
          <a:xfrm>
            <a:off x="2914650" y="2619375"/>
            <a:ext cx="5695950" cy="619125"/>
          </a:xfrm>
          <a:prstGeom prst="rect">
            <a:avLst/>
          </a:prstGeom>
          <a:noFill/>
          <a:ln w="0">
            <a:noFill/>
            <a:prstDash val="solid"/>
          </a:ln>
        </p:spPr>
        <p:txBody>
          <a:bodyPr wrap="square" lIns="0" tIns="0" rIns="0" bIns="0" anchor="t">
            <a:noAutofit/>
          </a:bodyPr>
          <a:lstStyle>
            <a:defPPr algn="l">
              <a:defRPr sz="1500" b="0">
                <a:solidFill>
                  <a:srgbClr val="182841"/>
                </a:solidFill>
                <a:latin typeface="Arial"/>
                <a:ea typeface="Arial"/>
                <a:cs typeface="Arial"/>
              </a:defRPr>
            </a:defPPr>
            <a:lvl1pPr algn="l">
              <a:defRPr sz="1500" b="0">
                <a:solidFill>
                  <a:srgbClr val="182841"/>
                </a:solidFill>
                <a:latin typeface="Arial"/>
                <a:ea typeface="Arial"/>
                <a:cs typeface="Arial"/>
              </a:defRPr>
            </a:lvl1pPr>
            <a:lvl2pPr algn="l">
              <a:defRPr sz="1500" b="0">
                <a:solidFill>
                  <a:srgbClr val="182841"/>
                </a:solidFill>
                <a:latin typeface="Arial"/>
                <a:ea typeface="Arial"/>
                <a:cs typeface="Arial"/>
              </a:defRPr>
            </a:lvl2pPr>
            <a:lvl3pPr algn="l">
              <a:defRPr sz="1500" b="0">
                <a:solidFill>
                  <a:srgbClr val="182841"/>
                </a:solidFill>
                <a:latin typeface="Arial"/>
                <a:ea typeface="Arial"/>
                <a:cs typeface="Arial"/>
              </a:defRPr>
            </a:lvl3pPr>
            <a:lvl4pPr algn="l">
              <a:defRPr sz="1500" b="0">
                <a:solidFill>
                  <a:srgbClr val="182841"/>
                </a:solidFill>
                <a:latin typeface="Arial"/>
                <a:ea typeface="Arial"/>
                <a:cs typeface="Arial"/>
              </a:defRPr>
            </a:lvl4pPr>
            <a:lvl5pPr algn="l">
              <a:defRPr sz="1500" b="0">
                <a:solidFill>
                  <a:srgbClr val="182841"/>
                </a:solidFill>
                <a:latin typeface="Arial"/>
                <a:ea typeface="Arial"/>
                <a:cs typeface="Arial"/>
              </a:defRPr>
            </a:lvl5pPr>
            <a:lvl6pPr algn="l">
              <a:defRPr sz="1500" b="0">
                <a:solidFill>
                  <a:srgbClr val="182841"/>
                </a:solidFill>
                <a:latin typeface="Arial"/>
                <a:ea typeface="Arial"/>
                <a:cs typeface="Arial"/>
              </a:defRPr>
            </a:lvl6pPr>
            <a:lvl7pPr algn="l">
              <a:defRPr sz="1500" b="0">
                <a:solidFill>
                  <a:srgbClr val="182841"/>
                </a:solidFill>
                <a:latin typeface="Arial"/>
                <a:ea typeface="Arial"/>
                <a:cs typeface="Arial"/>
              </a:defRPr>
            </a:lvl7pPr>
            <a:lvl8pPr algn="l">
              <a:defRPr sz="1500" b="0">
                <a:solidFill>
                  <a:srgbClr val="182841"/>
                </a:solidFill>
                <a:latin typeface="Arial"/>
                <a:ea typeface="Arial"/>
                <a:cs typeface="Arial"/>
              </a:defRPr>
            </a:lvl8pPr>
            <a:lvl9pPr algn="l">
              <a:defRPr sz="1500" b="0">
                <a:solidFill>
                  <a:srgbClr val="182841"/>
                </a:solidFill>
                <a:latin typeface="Arial"/>
                <a:ea typeface="Arial"/>
                <a:cs typeface="Arial"/>
              </a:defRPr>
            </a:lvl9pPr>
          </a:lstStyle>
          <a:p>
            <a:pPr algn="l">
              <a:defRPr sz="1500" b="0">
                <a:solidFill>
                  <a:srgbClr val="182841"/>
                </a:solidFill>
                <a:latin typeface="Arial"/>
                <a:ea typeface="Arial"/>
                <a:cs typeface="Arial"/>
              </a:defRPr>
            </a:pPr>
            <a:r>
              <a:rPr sz="1500" b="0">
                <a:solidFill>
                  <a:srgbClr val="182841"/>
                </a:solidFill>
                <a:latin typeface="Arial"/>
                <a:ea typeface="Arial"/>
                <a:cs typeface="Arial"/>
              </a:rPr>
              <a:t>Gray box when fused confidence is below the default threshold of 0.61.</a:t>
            </a:r>
          </a:p>
        </p:txBody>
      </p:sp>
      <p:sp>
        <p:nvSpPr>
          <p:cNvPr id="7" name="result-label-2">
            <a:extLst>
              <a:ext uri="{FF2B5EF4-FFF2-40B4-BE49-F238E27FC236}">
                <a16:creationId xmlns:a16="http://schemas.microsoft.com/office/drawing/2014/main" id="{243D88B4-2209-4377-A820-9B82C165C4CB}"/>
              </a:ext>
            </a:extLst>
          </p:cNvPr>
          <p:cNvSpPr>
            <a:spLocks noGrp="1"/>
          </p:cNvSpPr>
          <p:nvPr/>
        </p:nvSpPr>
        <p:spPr>
          <a:xfrm>
            <a:off x="533400" y="3343275"/>
            <a:ext cx="2171700" cy="371475"/>
          </a:xfrm>
          <a:prstGeom prst="rect">
            <a:avLst/>
          </a:prstGeom>
          <a:noFill/>
          <a:ln w="0">
            <a:noFill/>
            <a:prstDash val="solid"/>
          </a:ln>
        </p:spPr>
        <p:txBody>
          <a:bodyPr wrap="square" lIns="0" tIns="0" rIns="0" bIns="0" anchor="t">
            <a:noAutofit/>
          </a:bodyPr>
          <a:lstStyle>
            <a:defPPr algn="l">
              <a:defRPr sz="1700" b="1">
                <a:solidFill>
                  <a:srgbClr val="148991"/>
                </a:solidFill>
                <a:latin typeface="Arial"/>
                <a:ea typeface="Arial"/>
                <a:cs typeface="Arial"/>
              </a:defRPr>
            </a:defPPr>
            <a:lvl1pPr algn="l">
              <a:defRPr sz="1700" b="1">
                <a:solidFill>
                  <a:srgbClr val="148991"/>
                </a:solidFill>
                <a:latin typeface="Arial"/>
                <a:ea typeface="Arial"/>
                <a:cs typeface="Arial"/>
              </a:defRPr>
            </a:lvl1pPr>
            <a:lvl2pPr algn="l">
              <a:defRPr sz="1700" b="1">
                <a:solidFill>
                  <a:srgbClr val="148991"/>
                </a:solidFill>
                <a:latin typeface="Arial"/>
                <a:ea typeface="Arial"/>
                <a:cs typeface="Arial"/>
              </a:defRPr>
            </a:lvl2pPr>
            <a:lvl3pPr algn="l">
              <a:defRPr sz="1700" b="1">
                <a:solidFill>
                  <a:srgbClr val="148991"/>
                </a:solidFill>
                <a:latin typeface="Arial"/>
                <a:ea typeface="Arial"/>
                <a:cs typeface="Arial"/>
              </a:defRPr>
            </a:lvl3pPr>
            <a:lvl4pPr algn="l">
              <a:defRPr sz="1700" b="1">
                <a:solidFill>
                  <a:srgbClr val="148991"/>
                </a:solidFill>
                <a:latin typeface="Arial"/>
                <a:ea typeface="Arial"/>
                <a:cs typeface="Arial"/>
              </a:defRPr>
            </a:lvl4pPr>
            <a:lvl5pPr algn="l">
              <a:defRPr sz="1700" b="1">
                <a:solidFill>
                  <a:srgbClr val="148991"/>
                </a:solidFill>
                <a:latin typeface="Arial"/>
                <a:ea typeface="Arial"/>
                <a:cs typeface="Arial"/>
              </a:defRPr>
            </a:lvl5pPr>
            <a:lvl6pPr algn="l">
              <a:defRPr sz="1700" b="1">
                <a:solidFill>
                  <a:srgbClr val="148991"/>
                </a:solidFill>
                <a:latin typeface="Arial"/>
                <a:ea typeface="Arial"/>
                <a:cs typeface="Arial"/>
              </a:defRPr>
            </a:lvl6pPr>
            <a:lvl7pPr algn="l">
              <a:defRPr sz="1700" b="1">
                <a:solidFill>
                  <a:srgbClr val="148991"/>
                </a:solidFill>
                <a:latin typeface="Arial"/>
                <a:ea typeface="Arial"/>
                <a:cs typeface="Arial"/>
              </a:defRPr>
            </a:lvl7pPr>
            <a:lvl8pPr algn="l">
              <a:defRPr sz="1700" b="1">
                <a:solidFill>
                  <a:srgbClr val="148991"/>
                </a:solidFill>
                <a:latin typeface="Arial"/>
                <a:ea typeface="Arial"/>
                <a:cs typeface="Arial"/>
              </a:defRPr>
            </a:lvl8pPr>
            <a:lvl9pPr algn="l">
              <a:defRPr sz="1700" b="1">
                <a:solidFill>
                  <a:srgbClr val="148991"/>
                </a:solidFill>
                <a:latin typeface="Arial"/>
                <a:ea typeface="Arial"/>
                <a:cs typeface="Arial"/>
              </a:defRPr>
            </a:lvl9pPr>
          </a:lstStyle>
          <a:p>
            <a:pPr algn="l">
              <a:defRPr sz="1700" b="1">
                <a:solidFill>
                  <a:srgbClr val="148991"/>
                </a:solidFill>
                <a:latin typeface="Arial"/>
                <a:ea typeface="Arial"/>
                <a:cs typeface="Arial"/>
              </a:defRPr>
            </a:pPr>
            <a:r>
              <a:rPr sz="1700" b="1">
                <a:solidFill>
                  <a:srgbClr val="148991"/>
                </a:solidFill>
                <a:latin typeface="Arial"/>
                <a:ea typeface="Arial"/>
                <a:cs typeface="Arial"/>
              </a:rPr>
              <a:t>Faces table</a:t>
            </a:r>
          </a:p>
        </p:txBody>
      </p:sp>
      <p:sp>
        <p:nvSpPr>
          <p:cNvPr id="8" name="result-description-2">
            <a:extLst>
              <a:ext uri="{FF2B5EF4-FFF2-40B4-BE49-F238E27FC236}">
                <a16:creationId xmlns:a16="http://schemas.microsoft.com/office/drawing/2014/main" id="{F2E732D5-6E3F-42F6-98C9-F304A0918291}"/>
              </a:ext>
            </a:extLst>
          </p:cNvPr>
          <p:cNvSpPr>
            <a:spLocks noGrp="1"/>
          </p:cNvSpPr>
          <p:nvPr/>
        </p:nvSpPr>
        <p:spPr>
          <a:xfrm>
            <a:off x="2914650" y="3343275"/>
            <a:ext cx="5695950" cy="619125"/>
          </a:xfrm>
          <a:prstGeom prst="rect">
            <a:avLst/>
          </a:prstGeom>
          <a:noFill/>
          <a:ln w="0">
            <a:noFill/>
            <a:prstDash val="solid"/>
          </a:ln>
        </p:spPr>
        <p:txBody>
          <a:bodyPr wrap="square" lIns="0" tIns="0" rIns="0" bIns="0" anchor="t">
            <a:noAutofit/>
          </a:bodyPr>
          <a:lstStyle>
            <a:defPPr algn="l">
              <a:defRPr sz="1500" b="0">
                <a:solidFill>
                  <a:srgbClr val="182841"/>
                </a:solidFill>
                <a:latin typeface="Arial"/>
                <a:ea typeface="Arial"/>
                <a:cs typeface="Arial"/>
              </a:defRPr>
            </a:defPPr>
            <a:lvl1pPr algn="l">
              <a:defRPr sz="1500" b="0">
                <a:solidFill>
                  <a:srgbClr val="182841"/>
                </a:solidFill>
                <a:latin typeface="Arial"/>
                <a:ea typeface="Arial"/>
                <a:cs typeface="Arial"/>
              </a:defRPr>
            </a:lvl1pPr>
            <a:lvl2pPr algn="l">
              <a:defRPr sz="1500" b="0">
                <a:solidFill>
                  <a:srgbClr val="182841"/>
                </a:solidFill>
                <a:latin typeface="Arial"/>
                <a:ea typeface="Arial"/>
                <a:cs typeface="Arial"/>
              </a:defRPr>
            </a:lvl2pPr>
            <a:lvl3pPr algn="l">
              <a:defRPr sz="1500" b="0">
                <a:solidFill>
                  <a:srgbClr val="182841"/>
                </a:solidFill>
                <a:latin typeface="Arial"/>
                <a:ea typeface="Arial"/>
                <a:cs typeface="Arial"/>
              </a:defRPr>
            </a:lvl3pPr>
            <a:lvl4pPr algn="l">
              <a:defRPr sz="1500" b="0">
                <a:solidFill>
                  <a:srgbClr val="182841"/>
                </a:solidFill>
                <a:latin typeface="Arial"/>
                <a:ea typeface="Arial"/>
                <a:cs typeface="Arial"/>
              </a:defRPr>
            </a:lvl4pPr>
            <a:lvl5pPr algn="l">
              <a:defRPr sz="1500" b="0">
                <a:solidFill>
                  <a:srgbClr val="182841"/>
                </a:solidFill>
                <a:latin typeface="Arial"/>
                <a:ea typeface="Arial"/>
                <a:cs typeface="Arial"/>
              </a:defRPr>
            </a:lvl5pPr>
            <a:lvl6pPr algn="l">
              <a:defRPr sz="1500" b="0">
                <a:solidFill>
                  <a:srgbClr val="182841"/>
                </a:solidFill>
                <a:latin typeface="Arial"/>
                <a:ea typeface="Arial"/>
                <a:cs typeface="Arial"/>
              </a:defRPr>
            </a:lvl6pPr>
            <a:lvl7pPr algn="l">
              <a:defRPr sz="1500" b="0">
                <a:solidFill>
                  <a:srgbClr val="182841"/>
                </a:solidFill>
                <a:latin typeface="Arial"/>
                <a:ea typeface="Arial"/>
                <a:cs typeface="Arial"/>
              </a:defRPr>
            </a:lvl7pPr>
            <a:lvl8pPr algn="l">
              <a:defRPr sz="1500" b="0">
                <a:solidFill>
                  <a:srgbClr val="182841"/>
                </a:solidFill>
                <a:latin typeface="Arial"/>
                <a:ea typeface="Arial"/>
                <a:cs typeface="Arial"/>
              </a:defRPr>
            </a:lvl8pPr>
            <a:lvl9pPr algn="l">
              <a:defRPr sz="1500" b="0">
                <a:solidFill>
                  <a:srgbClr val="182841"/>
                </a:solidFill>
                <a:latin typeface="Arial"/>
                <a:ea typeface="Arial"/>
                <a:cs typeface="Arial"/>
              </a:defRPr>
            </a:lvl9pPr>
          </a:lstStyle>
          <a:p>
            <a:pPr algn="l">
              <a:defRPr sz="1500" b="0">
                <a:solidFill>
                  <a:srgbClr val="182841"/>
                </a:solidFill>
                <a:latin typeface="Arial"/>
                <a:ea typeface="Arial"/>
                <a:cs typeface="Arial"/>
              </a:defRPr>
            </a:pPr>
            <a:r>
              <a:rPr sz="1500" b="0">
                <a:solidFill>
                  <a:srgbClr val="182841"/>
                </a:solidFill>
                <a:latin typeface="Arial"/>
                <a:ea typeface="Arial"/>
                <a:cs typeface="Arial"/>
              </a:rPr>
              <a:t>Each model’s prediction and score, box coordinates, and detection stage.</a:t>
            </a:r>
          </a:p>
        </p:txBody>
      </p:sp>
      <p:sp>
        <p:nvSpPr>
          <p:cNvPr id="9" name="result-label-3">
            <a:extLst>
              <a:ext uri="{FF2B5EF4-FFF2-40B4-BE49-F238E27FC236}">
                <a16:creationId xmlns:a16="http://schemas.microsoft.com/office/drawing/2014/main" id="{C175F9C6-82D3-4FDC-B46A-5E944A48FE13}"/>
              </a:ext>
            </a:extLst>
          </p:cNvPr>
          <p:cNvSpPr>
            <a:spLocks noGrp="1"/>
          </p:cNvSpPr>
          <p:nvPr/>
        </p:nvSpPr>
        <p:spPr>
          <a:xfrm>
            <a:off x="533400" y="4067175"/>
            <a:ext cx="2171700" cy="371475"/>
          </a:xfrm>
          <a:prstGeom prst="rect">
            <a:avLst/>
          </a:prstGeom>
          <a:noFill/>
          <a:ln w="0">
            <a:noFill/>
            <a:prstDash val="solid"/>
          </a:ln>
        </p:spPr>
        <p:txBody>
          <a:bodyPr wrap="square" lIns="0" tIns="0" rIns="0" bIns="0" anchor="t">
            <a:noAutofit/>
          </a:bodyPr>
          <a:lstStyle>
            <a:defPPr algn="l">
              <a:defRPr sz="1700" b="1">
                <a:solidFill>
                  <a:srgbClr val="148991"/>
                </a:solidFill>
                <a:latin typeface="Arial"/>
                <a:ea typeface="Arial"/>
                <a:cs typeface="Arial"/>
              </a:defRPr>
            </a:defPPr>
            <a:lvl1pPr algn="l">
              <a:defRPr sz="1700" b="1">
                <a:solidFill>
                  <a:srgbClr val="148991"/>
                </a:solidFill>
                <a:latin typeface="Arial"/>
                <a:ea typeface="Arial"/>
                <a:cs typeface="Arial"/>
              </a:defRPr>
            </a:lvl1pPr>
            <a:lvl2pPr algn="l">
              <a:defRPr sz="1700" b="1">
                <a:solidFill>
                  <a:srgbClr val="148991"/>
                </a:solidFill>
                <a:latin typeface="Arial"/>
                <a:ea typeface="Arial"/>
                <a:cs typeface="Arial"/>
              </a:defRPr>
            </a:lvl2pPr>
            <a:lvl3pPr algn="l">
              <a:defRPr sz="1700" b="1">
                <a:solidFill>
                  <a:srgbClr val="148991"/>
                </a:solidFill>
                <a:latin typeface="Arial"/>
                <a:ea typeface="Arial"/>
                <a:cs typeface="Arial"/>
              </a:defRPr>
            </a:lvl3pPr>
            <a:lvl4pPr algn="l">
              <a:defRPr sz="1700" b="1">
                <a:solidFill>
                  <a:srgbClr val="148991"/>
                </a:solidFill>
                <a:latin typeface="Arial"/>
                <a:ea typeface="Arial"/>
                <a:cs typeface="Arial"/>
              </a:defRPr>
            </a:lvl4pPr>
            <a:lvl5pPr algn="l">
              <a:defRPr sz="1700" b="1">
                <a:solidFill>
                  <a:srgbClr val="148991"/>
                </a:solidFill>
                <a:latin typeface="Arial"/>
                <a:ea typeface="Arial"/>
                <a:cs typeface="Arial"/>
              </a:defRPr>
            </a:lvl5pPr>
            <a:lvl6pPr algn="l">
              <a:defRPr sz="1700" b="1">
                <a:solidFill>
                  <a:srgbClr val="148991"/>
                </a:solidFill>
                <a:latin typeface="Arial"/>
                <a:ea typeface="Arial"/>
                <a:cs typeface="Arial"/>
              </a:defRPr>
            </a:lvl6pPr>
            <a:lvl7pPr algn="l">
              <a:defRPr sz="1700" b="1">
                <a:solidFill>
                  <a:srgbClr val="148991"/>
                </a:solidFill>
                <a:latin typeface="Arial"/>
                <a:ea typeface="Arial"/>
                <a:cs typeface="Arial"/>
              </a:defRPr>
            </a:lvl7pPr>
            <a:lvl8pPr algn="l">
              <a:defRPr sz="1700" b="1">
                <a:solidFill>
                  <a:srgbClr val="148991"/>
                </a:solidFill>
                <a:latin typeface="Arial"/>
                <a:ea typeface="Arial"/>
                <a:cs typeface="Arial"/>
              </a:defRPr>
            </a:lvl8pPr>
            <a:lvl9pPr algn="l">
              <a:defRPr sz="1700" b="1">
                <a:solidFill>
                  <a:srgbClr val="148991"/>
                </a:solidFill>
                <a:latin typeface="Arial"/>
                <a:ea typeface="Arial"/>
                <a:cs typeface="Arial"/>
              </a:defRPr>
            </a:lvl9pPr>
          </a:lstStyle>
          <a:p>
            <a:pPr algn="l">
              <a:defRPr sz="1700" b="1">
                <a:solidFill>
                  <a:srgbClr val="148991"/>
                </a:solidFill>
                <a:latin typeface="Arial"/>
                <a:ea typeface="Arial"/>
                <a:cs typeface="Arial"/>
              </a:defRPr>
            </a:pPr>
            <a:r>
              <a:rPr sz="1700" b="1">
                <a:solidFill>
                  <a:srgbClr val="148991"/>
                </a:solidFill>
                <a:latin typeface="Arial"/>
                <a:ea typeface="Arial"/>
                <a:cs typeface="Arial"/>
              </a:rPr>
              <a:t>No face detected</a:t>
            </a:r>
          </a:p>
        </p:txBody>
      </p:sp>
      <p:sp>
        <p:nvSpPr>
          <p:cNvPr id="10" name="result-description-3">
            <a:extLst>
              <a:ext uri="{FF2B5EF4-FFF2-40B4-BE49-F238E27FC236}">
                <a16:creationId xmlns:a16="http://schemas.microsoft.com/office/drawing/2014/main" id="{63DAA529-432D-46AA-8D7D-9C657D6F17E6}"/>
              </a:ext>
            </a:extLst>
          </p:cNvPr>
          <p:cNvSpPr>
            <a:spLocks noGrp="1"/>
          </p:cNvSpPr>
          <p:nvPr/>
        </p:nvSpPr>
        <p:spPr>
          <a:xfrm>
            <a:off x="2914650" y="4067175"/>
            <a:ext cx="5695950" cy="619125"/>
          </a:xfrm>
          <a:prstGeom prst="rect">
            <a:avLst/>
          </a:prstGeom>
          <a:noFill/>
          <a:ln w="0">
            <a:noFill/>
            <a:prstDash val="solid"/>
          </a:ln>
        </p:spPr>
        <p:txBody>
          <a:bodyPr wrap="square" lIns="0" tIns="0" rIns="0" bIns="0" anchor="t">
            <a:noAutofit/>
          </a:bodyPr>
          <a:lstStyle>
            <a:defPPr algn="l">
              <a:defRPr sz="1500" b="0">
                <a:solidFill>
                  <a:srgbClr val="182841"/>
                </a:solidFill>
                <a:latin typeface="Arial"/>
                <a:ea typeface="Arial"/>
                <a:cs typeface="Arial"/>
              </a:defRPr>
            </a:defPPr>
            <a:lvl1pPr algn="l">
              <a:defRPr sz="1500" b="0">
                <a:solidFill>
                  <a:srgbClr val="182841"/>
                </a:solidFill>
                <a:latin typeface="Arial"/>
                <a:ea typeface="Arial"/>
                <a:cs typeface="Arial"/>
              </a:defRPr>
            </a:lvl1pPr>
            <a:lvl2pPr algn="l">
              <a:defRPr sz="1500" b="0">
                <a:solidFill>
                  <a:srgbClr val="182841"/>
                </a:solidFill>
                <a:latin typeface="Arial"/>
                <a:ea typeface="Arial"/>
                <a:cs typeface="Arial"/>
              </a:defRPr>
            </a:lvl2pPr>
            <a:lvl3pPr algn="l">
              <a:defRPr sz="1500" b="0">
                <a:solidFill>
                  <a:srgbClr val="182841"/>
                </a:solidFill>
                <a:latin typeface="Arial"/>
                <a:ea typeface="Arial"/>
                <a:cs typeface="Arial"/>
              </a:defRPr>
            </a:lvl3pPr>
            <a:lvl4pPr algn="l">
              <a:defRPr sz="1500" b="0">
                <a:solidFill>
                  <a:srgbClr val="182841"/>
                </a:solidFill>
                <a:latin typeface="Arial"/>
                <a:ea typeface="Arial"/>
                <a:cs typeface="Arial"/>
              </a:defRPr>
            </a:lvl4pPr>
            <a:lvl5pPr algn="l">
              <a:defRPr sz="1500" b="0">
                <a:solidFill>
                  <a:srgbClr val="182841"/>
                </a:solidFill>
                <a:latin typeface="Arial"/>
                <a:ea typeface="Arial"/>
                <a:cs typeface="Arial"/>
              </a:defRPr>
            </a:lvl5pPr>
            <a:lvl6pPr algn="l">
              <a:defRPr sz="1500" b="0">
                <a:solidFill>
                  <a:srgbClr val="182841"/>
                </a:solidFill>
                <a:latin typeface="Arial"/>
                <a:ea typeface="Arial"/>
                <a:cs typeface="Arial"/>
              </a:defRPr>
            </a:lvl6pPr>
            <a:lvl7pPr algn="l">
              <a:defRPr sz="1500" b="0">
                <a:solidFill>
                  <a:srgbClr val="182841"/>
                </a:solidFill>
                <a:latin typeface="Arial"/>
                <a:ea typeface="Arial"/>
                <a:cs typeface="Arial"/>
              </a:defRPr>
            </a:lvl7pPr>
            <a:lvl8pPr algn="l">
              <a:defRPr sz="1500" b="0">
                <a:solidFill>
                  <a:srgbClr val="182841"/>
                </a:solidFill>
                <a:latin typeface="Arial"/>
                <a:ea typeface="Arial"/>
                <a:cs typeface="Arial"/>
              </a:defRPr>
            </a:lvl8pPr>
            <a:lvl9pPr algn="l">
              <a:defRPr sz="1500" b="0">
                <a:solidFill>
                  <a:srgbClr val="182841"/>
                </a:solidFill>
                <a:latin typeface="Arial"/>
                <a:ea typeface="Arial"/>
                <a:cs typeface="Arial"/>
              </a:defRPr>
            </a:lvl9pPr>
          </a:lstStyle>
          <a:p>
            <a:pPr algn="l">
              <a:defRPr sz="1500" b="0">
                <a:solidFill>
                  <a:srgbClr val="182841"/>
                </a:solidFill>
                <a:latin typeface="Arial"/>
                <a:ea typeface="Arial"/>
                <a:cs typeface="Arial"/>
              </a:defRPr>
            </a:pPr>
            <a:r>
              <a:rPr sz="1500" b="0">
                <a:solidFill>
                  <a:srgbClr val="182841"/>
                </a:solidFill>
                <a:latin typeface="Arial"/>
                <a:ea typeface="Arial"/>
                <a:cs typeface="Arial"/>
              </a:rPr>
              <a:t>ResNet18 classifies the whole image as a fallback.</a:t>
            </a:r>
          </a:p>
        </p:txBody>
      </p:sp>
    </p:spTree>
    <p:extLst>
      <p:ext uri="{BB962C8B-B14F-4D97-AF65-F5344CB8AC3E}">
        <p14:creationId xmlns:p14="http://schemas.microsoft.com/office/powerpoint/2010/main" val="718200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17375CA2-E636-45B6-831C-EBD1C9BFEC41}"/>
              </a:ext>
            </a:extLst>
          </p:cNvPr>
          <p:cNvSpPr>
            <a:spLocks noGrp="1"/>
          </p:cNvSpPr>
          <p:nvPr/>
        </p:nvSpPr>
        <p:spPr>
          <a:xfrm>
            <a:off x="444532" y="609600"/>
            <a:ext cx="8127873" cy="609600"/>
          </a:xfrm>
          <a:prstGeom prst="rect">
            <a:avLst/>
          </a:prstGeom>
          <a:noFill/>
          <a:ln w="0">
            <a:noFill/>
            <a:prstDash val="solid"/>
          </a:ln>
        </p:spPr>
        <p:txBody>
          <a:bodyPr wrap="square" lIns="0" tIns="0" rIns="0" bIns="0" anchor="t">
            <a:noAutofit/>
          </a:bodyPr>
          <a:lstStyle>
            <a:defPPr algn="ctr">
              <a:defRPr sz="2700" b="1">
                <a:solidFill>
                  <a:srgbClr val="182841"/>
                </a:solidFill>
                <a:latin typeface="Arial"/>
                <a:ea typeface="Arial"/>
                <a:cs typeface="Arial"/>
              </a:defRPr>
            </a:defPPr>
            <a:lvl1pPr algn="ctr">
              <a:defRPr sz="2700" b="1">
                <a:solidFill>
                  <a:srgbClr val="182841"/>
                </a:solidFill>
                <a:latin typeface="Arial"/>
                <a:ea typeface="Arial"/>
                <a:cs typeface="Arial"/>
              </a:defRPr>
            </a:lvl1pPr>
            <a:lvl2pPr algn="ctr">
              <a:defRPr sz="2700" b="1">
                <a:solidFill>
                  <a:srgbClr val="182841"/>
                </a:solidFill>
                <a:latin typeface="Arial"/>
                <a:ea typeface="Arial"/>
                <a:cs typeface="Arial"/>
              </a:defRPr>
            </a:lvl2pPr>
            <a:lvl3pPr algn="ctr">
              <a:defRPr sz="2700" b="1">
                <a:solidFill>
                  <a:srgbClr val="182841"/>
                </a:solidFill>
                <a:latin typeface="Arial"/>
                <a:ea typeface="Arial"/>
                <a:cs typeface="Arial"/>
              </a:defRPr>
            </a:lvl3pPr>
            <a:lvl4pPr algn="ctr">
              <a:defRPr sz="2700" b="1">
                <a:solidFill>
                  <a:srgbClr val="182841"/>
                </a:solidFill>
                <a:latin typeface="Arial"/>
                <a:ea typeface="Arial"/>
                <a:cs typeface="Arial"/>
              </a:defRPr>
            </a:lvl4pPr>
            <a:lvl5pPr algn="ctr">
              <a:defRPr sz="2700" b="1">
                <a:solidFill>
                  <a:srgbClr val="182841"/>
                </a:solidFill>
                <a:latin typeface="Arial"/>
                <a:ea typeface="Arial"/>
                <a:cs typeface="Arial"/>
              </a:defRPr>
            </a:lvl5pPr>
            <a:lvl6pPr algn="ctr">
              <a:defRPr sz="2700" b="1">
                <a:solidFill>
                  <a:srgbClr val="182841"/>
                </a:solidFill>
                <a:latin typeface="Arial"/>
                <a:ea typeface="Arial"/>
                <a:cs typeface="Arial"/>
              </a:defRPr>
            </a:lvl6pPr>
            <a:lvl7pPr algn="ctr">
              <a:defRPr sz="2700" b="1">
                <a:solidFill>
                  <a:srgbClr val="182841"/>
                </a:solidFill>
                <a:latin typeface="Arial"/>
                <a:ea typeface="Arial"/>
                <a:cs typeface="Arial"/>
              </a:defRPr>
            </a:lvl7pPr>
            <a:lvl8pPr algn="ctr">
              <a:defRPr sz="2700" b="1">
                <a:solidFill>
                  <a:srgbClr val="182841"/>
                </a:solidFill>
                <a:latin typeface="Arial"/>
                <a:ea typeface="Arial"/>
                <a:cs typeface="Arial"/>
              </a:defRPr>
            </a:lvl8pPr>
            <a:lvl9pPr algn="ctr">
              <a:defRPr sz="2700" b="1">
                <a:solidFill>
                  <a:srgbClr val="182841"/>
                </a:solidFill>
                <a:latin typeface="Arial"/>
                <a:ea typeface="Arial"/>
                <a:cs typeface="Arial"/>
              </a:defRPr>
            </a:lvl9pPr>
          </a:lstStyle>
          <a:p>
            <a:pPr algn="ctr">
              <a:defRPr sz="2700" b="1">
                <a:solidFill>
                  <a:srgbClr val="182841"/>
                </a:solidFill>
                <a:latin typeface="Arial"/>
                <a:ea typeface="Arial"/>
                <a:cs typeface="Arial"/>
              </a:defRPr>
            </a:pPr>
            <a:r>
              <a:rPr sz="2700" b="1">
                <a:solidFill>
                  <a:srgbClr val="182841"/>
                </a:solidFill>
                <a:latin typeface="Arial"/>
                <a:ea typeface="Arial"/>
                <a:cs typeface="Arial"/>
              </a:rPr>
              <a:t>Running the Local Demo</a:t>
            </a:r>
          </a:p>
        </p:txBody>
      </p:sp>
      <p:sp>
        <p:nvSpPr>
          <p:cNvPr id="2" name="slide-subtitle">
            <a:extLst>
              <a:ext uri="{FF2B5EF4-FFF2-40B4-BE49-F238E27FC236}">
                <a16:creationId xmlns:a16="http://schemas.microsoft.com/office/drawing/2014/main" id="{2DCB82BA-E704-47E8-9DD4-6766F9AE0BAC}"/>
              </a:ext>
            </a:extLst>
          </p:cNvPr>
          <p:cNvSpPr>
            <a:spLocks noGrp="1"/>
          </p:cNvSpPr>
          <p:nvPr/>
        </p:nvSpPr>
        <p:spPr>
          <a:xfrm>
            <a:off x="457200" y="1257300"/>
            <a:ext cx="8064627" cy="355473"/>
          </a:xfrm>
          <a:prstGeom prst="rect">
            <a:avLst/>
          </a:prstGeom>
          <a:noFill/>
          <a:ln w="0">
            <a:noFill/>
            <a:prstDash val="solid"/>
          </a:ln>
        </p:spPr>
        <p:txBody>
          <a:bodyPr wrap="square" lIns="0" tIns="0" rIns="0" bIns="0" anchor="t">
            <a:noAutofit/>
          </a:bodyPr>
          <a:lstStyle>
            <a:defPPr algn="ctr">
              <a:defRPr sz="1200" b="0">
                <a:solidFill>
                  <a:srgbClr val="59697B"/>
                </a:solidFill>
                <a:latin typeface="Arial"/>
                <a:ea typeface="Arial"/>
                <a:cs typeface="Arial"/>
              </a:defRPr>
            </a:defPPr>
            <a:lvl1pPr algn="ctr">
              <a:defRPr sz="1200" b="0">
                <a:solidFill>
                  <a:srgbClr val="59697B"/>
                </a:solidFill>
                <a:latin typeface="Arial"/>
                <a:ea typeface="Arial"/>
                <a:cs typeface="Arial"/>
              </a:defRPr>
            </a:lvl1pPr>
            <a:lvl2pPr algn="ctr">
              <a:defRPr sz="1200" b="0">
                <a:solidFill>
                  <a:srgbClr val="59697B"/>
                </a:solidFill>
                <a:latin typeface="Arial"/>
                <a:ea typeface="Arial"/>
                <a:cs typeface="Arial"/>
              </a:defRPr>
            </a:lvl2pPr>
            <a:lvl3pPr algn="ctr">
              <a:defRPr sz="1200" b="0">
                <a:solidFill>
                  <a:srgbClr val="59697B"/>
                </a:solidFill>
                <a:latin typeface="Arial"/>
                <a:ea typeface="Arial"/>
                <a:cs typeface="Arial"/>
              </a:defRPr>
            </a:lvl3pPr>
            <a:lvl4pPr algn="ctr">
              <a:defRPr sz="1200" b="0">
                <a:solidFill>
                  <a:srgbClr val="59697B"/>
                </a:solidFill>
                <a:latin typeface="Arial"/>
                <a:ea typeface="Arial"/>
                <a:cs typeface="Arial"/>
              </a:defRPr>
            </a:lvl4pPr>
            <a:lvl5pPr algn="ctr">
              <a:defRPr sz="1200" b="0">
                <a:solidFill>
                  <a:srgbClr val="59697B"/>
                </a:solidFill>
                <a:latin typeface="Arial"/>
                <a:ea typeface="Arial"/>
                <a:cs typeface="Arial"/>
              </a:defRPr>
            </a:lvl5pPr>
            <a:lvl6pPr algn="ctr">
              <a:defRPr sz="1200" b="0">
                <a:solidFill>
                  <a:srgbClr val="59697B"/>
                </a:solidFill>
                <a:latin typeface="Arial"/>
                <a:ea typeface="Arial"/>
                <a:cs typeface="Arial"/>
              </a:defRPr>
            </a:lvl6pPr>
            <a:lvl7pPr algn="ctr">
              <a:defRPr sz="1200" b="0">
                <a:solidFill>
                  <a:srgbClr val="59697B"/>
                </a:solidFill>
                <a:latin typeface="Arial"/>
                <a:ea typeface="Arial"/>
                <a:cs typeface="Arial"/>
              </a:defRPr>
            </a:lvl7pPr>
            <a:lvl8pPr algn="ctr">
              <a:defRPr sz="1200" b="0">
                <a:solidFill>
                  <a:srgbClr val="59697B"/>
                </a:solidFill>
                <a:latin typeface="Arial"/>
                <a:ea typeface="Arial"/>
                <a:cs typeface="Arial"/>
              </a:defRPr>
            </a:lvl8pPr>
            <a:lvl9pPr algn="ctr">
              <a:defRPr sz="1200" b="0">
                <a:solidFill>
                  <a:srgbClr val="59697B"/>
                </a:solidFill>
                <a:latin typeface="Arial"/>
                <a:ea typeface="Arial"/>
                <a:cs typeface="Arial"/>
              </a:defRPr>
            </a:lvl9pPr>
          </a:lstStyle>
          <a:p>
            <a:pPr algn="ctr">
              <a:defRPr sz="1200" b="0">
                <a:solidFill>
                  <a:srgbClr val="59697B"/>
                </a:solidFill>
                <a:latin typeface="Arial"/>
                <a:ea typeface="Arial"/>
                <a:cs typeface="Arial"/>
              </a:defRPr>
            </a:pPr>
            <a:r>
              <a:rPr sz="1200" b="0">
                <a:solidFill>
                  <a:srgbClr val="59697B"/>
                </a:solidFill>
                <a:latin typeface="Arial"/>
                <a:ea typeface="Arial"/>
                <a:cs typeface="Arial"/>
              </a:rPr>
              <a:t>The app runs locally on the presenter’s laptop</a:t>
            </a:r>
          </a:p>
        </p:txBody>
      </p:sp>
      <p:sp>
        <p:nvSpPr>
          <p:cNvPr id="3" name="launch-step-1">
            <a:extLst>
              <a:ext uri="{FF2B5EF4-FFF2-40B4-BE49-F238E27FC236}">
                <a16:creationId xmlns:a16="http://schemas.microsoft.com/office/drawing/2014/main" id="{A5EF4E42-9CAD-44AC-BC65-3E649AF74580}"/>
              </a:ext>
            </a:extLst>
          </p:cNvPr>
          <p:cNvSpPr>
            <a:spLocks noGrp="1"/>
          </p:cNvSpPr>
          <p:nvPr/>
        </p:nvSpPr>
        <p:spPr>
          <a:xfrm>
            <a:off x="533400" y="1838325"/>
            <a:ext cx="495300" cy="342900"/>
          </a:xfrm>
          <a:prstGeom prst="rect">
            <a:avLst/>
          </a:prstGeom>
          <a:noFill/>
          <a:ln w="0">
            <a:noFill/>
            <a:prstDash val="solid"/>
          </a:ln>
        </p:spPr>
        <p:txBody>
          <a:bodyPr wrap="square" lIns="0" tIns="0" rIns="0" bIns="0" anchor="t">
            <a:noAutofit/>
          </a:bodyPr>
          <a:lstStyle>
            <a:defPPr algn="l">
              <a:defRPr sz="2000" b="1">
                <a:solidFill>
                  <a:srgbClr val="148991"/>
                </a:solidFill>
                <a:latin typeface="Arial"/>
                <a:ea typeface="Arial"/>
                <a:cs typeface="Arial"/>
              </a:defRPr>
            </a:defPPr>
            <a:lvl1pPr algn="l">
              <a:defRPr sz="2000" b="1">
                <a:solidFill>
                  <a:srgbClr val="148991"/>
                </a:solidFill>
                <a:latin typeface="Arial"/>
                <a:ea typeface="Arial"/>
                <a:cs typeface="Arial"/>
              </a:defRPr>
            </a:lvl1pPr>
            <a:lvl2pPr algn="l">
              <a:defRPr sz="2000" b="1">
                <a:solidFill>
                  <a:srgbClr val="148991"/>
                </a:solidFill>
                <a:latin typeface="Arial"/>
                <a:ea typeface="Arial"/>
                <a:cs typeface="Arial"/>
              </a:defRPr>
            </a:lvl2pPr>
            <a:lvl3pPr algn="l">
              <a:defRPr sz="2000" b="1">
                <a:solidFill>
                  <a:srgbClr val="148991"/>
                </a:solidFill>
                <a:latin typeface="Arial"/>
                <a:ea typeface="Arial"/>
                <a:cs typeface="Arial"/>
              </a:defRPr>
            </a:lvl3pPr>
            <a:lvl4pPr algn="l">
              <a:defRPr sz="2000" b="1">
                <a:solidFill>
                  <a:srgbClr val="148991"/>
                </a:solidFill>
                <a:latin typeface="Arial"/>
                <a:ea typeface="Arial"/>
                <a:cs typeface="Arial"/>
              </a:defRPr>
            </a:lvl4pPr>
            <a:lvl5pPr algn="l">
              <a:defRPr sz="2000" b="1">
                <a:solidFill>
                  <a:srgbClr val="148991"/>
                </a:solidFill>
                <a:latin typeface="Arial"/>
                <a:ea typeface="Arial"/>
                <a:cs typeface="Arial"/>
              </a:defRPr>
            </a:lvl5pPr>
            <a:lvl6pPr algn="l">
              <a:defRPr sz="2000" b="1">
                <a:solidFill>
                  <a:srgbClr val="148991"/>
                </a:solidFill>
                <a:latin typeface="Arial"/>
                <a:ea typeface="Arial"/>
                <a:cs typeface="Arial"/>
              </a:defRPr>
            </a:lvl6pPr>
            <a:lvl7pPr algn="l">
              <a:defRPr sz="2000" b="1">
                <a:solidFill>
                  <a:srgbClr val="148991"/>
                </a:solidFill>
                <a:latin typeface="Arial"/>
                <a:ea typeface="Arial"/>
                <a:cs typeface="Arial"/>
              </a:defRPr>
            </a:lvl7pPr>
            <a:lvl8pPr algn="l">
              <a:defRPr sz="2000" b="1">
                <a:solidFill>
                  <a:srgbClr val="148991"/>
                </a:solidFill>
                <a:latin typeface="Arial"/>
                <a:ea typeface="Arial"/>
                <a:cs typeface="Arial"/>
              </a:defRPr>
            </a:lvl8pPr>
            <a:lvl9pPr algn="l">
              <a:defRPr sz="2000" b="1">
                <a:solidFill>
                  <a:srgbClr val="148991"/>
                </a:solidFill>
                <a:latin typeface="Arial"/>
                <a:ea typeface="Arial"/>
                <a:cs typeface="Arial"/>
              </a:defRPr>
            </a:lvl9pPr>
          </a:lstStyle>
          <a:p>
            <a:pPr algn="l">
              <a:defRPr sz="2000" b="1">
                <a:solidFill>
                  <a:srgbClr val="148991"/>
                </a:solidFill>
                <a:latin typeface="Arial"/>
                <a:ea typeface="Arial"/>
                <a:cs typeface="Arial"/>
              </a:defRPr>
            </a:pPr>
            <a:r>
              <a:rPr sz="2000" b="1">
                <a:solidFill>
                  <a:srgbClr val="148991"/>
                </a:solidFill>
                <a:latin typeface="Arial"/>
                <a:ea typeface="Arial"/>
                <a:cs typeface="Arial"/>
              </a:rPr>
              <a:t>01</a:t>
            </a:r>
          </a:p>
        </p:txBody>
      </p:sp>
      <p:sp>
        <p:nvSpPr>
          <p:cNvPr id="4" name="launch-heading-1">
            <a:extLst>
              <a:ext uri="{FF2B5EF4-FFF2-40B4-BE49-F238E27FC236}">
                <a16:creationId xmlns:a16="http://schemas.microsoft.com/office/drawing/2014/main" id="{9374B93A-7C8B-4FE4-830B-042CAB450256}"/>
              </a:ext>
            </a:extLst>
          </p:cNvPr>
          <p:cNvSpPr>
            <a:spLocks noGrp="1"/>
          </p:cNvSpPr>
          <p:nvPr/>
        </p:nvSpPr>
        <p:spPr>
          <a:xfrm>
            <a:off x="1200150" y="1857375"/>
            <a:ext cx="7410450" cy="323850"/>
          </a:xfrm>
          <a:prstGeom prst="rect">
            <a:avLst/>
          </a:prstGeom>
          <a:noFill/>
          <a:ln w="0">
            <a:noFill/>
            <a:prstDash val="solid"/>
          </a:ln>
        </p:spPr>
        <p:txBody>
          <a:bodyPr wrap="square" lIns="0" tIns="0" rIns="0" bIns="0" anchor="t">
            <a:noAutofit/>
          </a:bodyPr>
          <a:lstStyle>
            <a:defPPr algn="l">
              <a:defRPr sz="1700" b="1">
                <a:solidFill>
                  <a:srgbClr val="182841"/>
                </a:solidFill>
                <a:latin typeface="Arial"/>
                <a:ea typeface="Arial"/>
                <a:cs typeface="Arial"/>
              </a:defRPr>
            </a:defPPr>
            <a:lvl1pPr algn="l">
              <a:defRPr sz="1700" b="1">
                <a:solidFill>
                  <a:srgbClr val="182841"/>
                </a:solidFill>
                <a:latin typeface="Arial"/>
                <a:ea typeface="Arial"/>
                <a:cs typeface="Arial"/>
              </a:defRPr>
            </a:lvl1pPr>
            <a:lvl2pPr algn="l">
              <a:defRPr sz="1700" b="1">
                <a:solidFill>
                  <a:srgbClr val="182841"/>
                </a:solidFill>
                <a:latin typeface="Arial"/>
                <a:ea typeface="Arial"/>
                <a:cs typeface="Arial"/>
              </a:defRPr>
            </a:lvl2pPr>
            <a:lvl3pPr algn="l">
              <a:defRPr sz="1700" b="1">
                <a:solidFill>
                  <a:srgbClr val="182841"/>
                </a:solidFill>
                <a:latin typeface="Arial"/>
                <a:ea typeface="Arial"/>
                <a:cs typeface="Arial"/>
              </a:defRPr>
            </a:lvl3pPr>
            <a:lvl4pPr algn="l">
              <a:defRPr sz="1700" b="1">
                <a:solidFill>
                  <a:srgbClr val="182841"/>
                </a:solidFill>
                <a:latin typeface="Arial"/>
                <a:ea typeface="Arial"/>
                <a:cs typeface="Arial"/>
              </a:defRPr>
            </a:lvl4pPr>
            <a:lvl5pPr algn="l">
              <a:defRPr sz="1700" b="1">
                <a:solidFill>
                  <a:srgbClr val="182841"/>
                </a:solidFill>
                <a:latin typeface="Arial"/>
                <a:ea typeface="Arial"/>
                <a:cs typeface="Arial"/>
              </a:defRPr>
            </a:lvl5pPr>
            <a:lvl6pPr algn="l">
              <a:defRPr sz="1700" b="1">
                <a:solidFill>
                  <a:srgbClr val="182841"/>
                </a:solidFill>
                <a:latin typeface="Arial"/>
                <a:ea typeface="Arial"/>
                <a:cs typeface="Arial"/>
              </a:defRPr>
            </a:lvl6pPr>
            <a:lvl7pPr algn="l">
              <a:defRPr sz="1700" b="1">
                <a:solidFill>
                  <a:srgbClr val="182841"/>
                </a:solidFill>
                <a:latin typeface="Arial"/>
                <a:ea typeface="Arial"/>
                <a:cs typeface="Arial"/>
              </a:defRPr>
            </a:lvl7pPr>
            <a:lvl8pPr algn="l">
              <a:defRPr sz="1700" b="1">
                <a:solidFill>
                  <a:srgbClr val="182841"/>
                </a:solidFill>
                <a:latin typeface="Arial"/>
                <a:ea typeface="Arial"/>
                <a:cs typeface="Arial"/>
              </a:defRPr>
            </a:lvl8pPr>
            <a:lvl9pPr algn="l">
              <a:defRPr sz="1700" b="1">
                <a:solidFill>
                  <a:srgbClr val="182841"/>
                </a:solidFill>
                <a:latin typeface="Arial"/>
                <a:ea typeface="Arial"/>
                <a:cs typeface="Arial"/>
              </a:defRPr>
            </a:lvl9pPr>
          </a:lstStyle>
          <a:p>
            <a:pPr algn="l">
              <a:defRPr sz="1700" b="1">
                <a:solidFill>
                  <a:srgbClr val="182841"/>
                </a:solidFill>
                <a:latin typeface="Arial"/>
                <a:ea typeface="Arial"/>
                <a:cs typeface="Arial"/>
              </a:defRPr>
            </a:pPr>
            <a:r>
              <a:rPr sz="1700" b="1">
                <a:solidFill>
                  <a:srgbClr val="182841"/>
                </a:solidFill>
                <a:latin typeface="Arial"/>
                <a:ea typeface="Arial"/>
                <a:cs typeface="Arial"/>
              </a:rPr>
              <a:t>Project environment</a:t>
            </a:r>
          </a:p>
        </p:txBody>
      </p:sp>
      <p:sp>
        <p:nvSpPr>
          <p:cNvPr id="5" name="launch-body-1">
            <a:extLst>
              <a:ext uri="{FF2B5EF4-FFF2-40B4-BE49-F238E27FC236}">
                <a16:creationId xmlns:a16="http://schemas.microsoft.com/office/drawing/2014/main" id="{C8E4E650-B105-4987-AA77-7C0BF97CACEE}"/>
              </a:ext>
            </a:extLst>
          </p:cNvPr>
          <p:cNvSpPr>
            <a:spLocks noGrp="1"/>
          </p:cNvSpPr>
          <p:nvPr/>
        </p:nvSpPr>
        <p:spPr>
          <a:xfrm>
            <a:off x="1200150" y="2228850"/>
            <a:ext cx="7410450" cy="495300"/>
          </a:xfrm>
          <a:prstGeom prst="rect">
            <a:avLst/>
          </a:prstGeom>
          <a:noFill/>
          <a:ln w="0">
            <a:noFill/>
            <a:prstDash val="solid"/>
          </a:ln>
        </p:spPr>
        <p:txBody>
          <a:bodyPr wrap="square" lIns="0" tIns="0" rIns="0" bIns="0" anchor="t">
            <a:noAutofit/>
          </a:bodyPr>
          <a:lstStyle>
            <a:defPPr algn="l">
              <a:defRPr sz="1500" b="0">
                <a:solidFill>
                  <a:srgbClr val="182841"/>
                </a:solidFill>
                <a:latin typeface="Arial"/>
                <a:ea typeface="Arial"/>
                <a:cs typeface="Arial"/>
              </a:defRPr>
            </a:defPPr>
            <a:lvl1pPr algn="l">
              <a:defRPr sz="1500" b="0">
                <a:solidFill>
                  <a:srgbClr val="182841"/>
                </a:solidFill>
                <a:latin typeface="Arial"/>
                <a:ea typeface="Arial"/>
                <a:cs typeface="Arial"/>
              </a:defRPr>
            </a:lvl1pPr>
            <a:lvl2pPr algn="l">
              <a:defRPr sz="1500" b="0">
                <a:solidFill>
                  <a:srgbClr val="182841"/>
                </a:solidFill>
                <a:latin typeface="Arial"/>
                <a:ea typeface="Arial"/>
                <a:cs typeface="Arial"/>
              </a:defRPr>
            </a:lvl2pPr>
            <a:lvl3pPr algn="l">
              <a:defRPr sz="1500" b="0">
                <a:solidFill>
                  <a:srgbClr val="182841"/>
                </a:solidFill>
                <a:latin typeface="Arial"/>
                <a:ea typeface="Arial"/>
                <a:cs typeface="Arial"/>
              </a:defRPr>
            </a:lvl3pPr>
            <a:lvl4pPr algn="l">
              <a:defRPr sz="1500" b="0">
                <a:solidFill>
                  <a:srgbClr val="182841"/>
                </a:solidFill>
                <a:latin typeface="Arial"/>
                <a:ea typeface="Arial"/>
                <a:cs typeface="Arial"/>
              </a:defRPr>
            </a:lvl4pPr>
            <a:lvl5pPr algn="l">
              <a:defRPr sz="1500" b="0">
                <a:solidFill>
                  <a:srgbClr val="182841"/>
                </a:solidFill>
                <a:latin typeface="Arial"/>
                <a:ea typeface="Arial"/>
                <a:cs typeface="Arial"/>
              </a:defRPr>
            </a:lvl5pPr>
            <a:lvl6pPr algn="l">
              <a:defRPr sz="1500" b="0">
                <a:solidFill>
                  <a:srgbClr val="182841"/>
                </a:solidFill>
                <a:latin typeface="Arial"/>
                <a:ea typeface="Arial"/>
                <a:cs typeface="Arial"/>
              </a:defRPr>
            </a:lvl6pPr>
            <a:lvl7pPr algn="l">
              <a:defRPr sz="1500" b="0">
                <a:solidFill>
                  <a:srgbClr val="182841"/>
                </a:solidFill>
                <a:latin typeface="Arial"/>
                <a:ea typeface="Arial"/>
                <a:cs typeface="Arial"/>
              </a:defRPr>
            </a:lvl7pPr>
            <a:lvl8pPr algn="l">
              <a:defRPr sz="1500" b="0">
                <a:solidFill>
                  <a:srgbClr val="182841"/>
                </a:solidFill>
                <a:latin typeface="Arial"/>
                <a:ea typeface="Arial"/>
                <a:cs typeface="Arial"/>
              </a:defRPr>
            </a:lvl8pPr>
            <a:lvl9pPr algn="l">
              <a:defRPr sz="1500" b="0">
                <a:solidFill>
                  <a:srgbClr val="182841"/>
                </a:solidFill>
                <a:latin typeface="Arial"/>
                <a:ea typeface="Arial"/>
                <a:cs typeface="Arial"/>
              </a:defRPr>
            </a:lvl9pPr>
          </a:lstStyle>
          <a:p>
            <a:pPr algn="l">
              <a:defRPr sz="1500" b="0">
                <a:solidFill>
                  <a:srgbClr val="182841"/>
                </a:solidFill>
                <a:latin typeface="Arial"/>
                <a:ea typeface="Arial"/>
                <a:cs typeface="Arial"/>
              </a:defRPr>
            </a:pPr>
            <a:r>
              <a:rPr sz="1500" b="0">
                <a:solidFill>
                  <a:srgbClr val="182841"/>
                </a:solidFill>
                <a:latin typeface="Arial"/>
                <a:ea typeface="Arial"/>
                <a:cs typeface="Arial"/>
              </a:rPr>
              <a:t>Open a terminal in the repository root and activate the project environment.</a:t>
            </a:r>
          </a:p>
        </p:txBody>
      </p:sp>
      <p:sp>
        <p:nvSpPr>
          <p:cNvPr id="6" name="launch-step-2">
            <a:extLst>
              <a:ext uri="{FF2B5EF4-FFF2-40B4-BE49-F238E27FC236}">
                <a16:creationId xmlns:a16="http://schemas.microsoft.com/office/drawing/2014/main" id="{AFBB1B36-BE08-44B0-B679-C31675F3405E}"/>
              </a:ext>
            </a:extLst>
          </p:cNvPr>
          <p:cNvSpPr>
            <a:spLocks noGrp="1"/>
          </p:cNvSpPr>
          <p:nvPr/>
        </p:nvSpPr>
        <p:spPr>
          <a:xfrm>
            <a:off x="533400" y="2828925"/>
            <a:ext cx="495300" cy="342900"/>
          </a:xfrm>
          <a:prstGeom prst="rect">
            <a:avLst/>
          </a:prstGeom>
          <a:noFill/>
          <a:ln w="0">
            <a:noFill/>
            <a:prstDash val="solid"/>
          </a:ln>
        </p:spPr>
        <p:txBody>
          <a:bodyPr wrap="square" lIns="0" tIns="0" rIns="0" bIns="0" anchor="t">
            <a:noAutofit/>
          </a:bodyPr>
          <a:lstStyle>
            <a:defPPr algn="l">
              <a:defRPr sz="2000" b="1">
                <a:solidFill>
                  <a:srgbClr val="148991"/>
                </a:solidFill>
                <a:latin typeface="Arial"/>
                <a:ea typeface="Arial"/>
                <a:cs typeface="Arial"/>
              </a:defRPr>
            </a:defPPr>
            <a:lvl1pPr algn="l">
              <a:defRPr sz="2000" b="1">
                <a:solidFill>
                  <a:srgbClr val="148991"/>
                </a:solidFill>
                <a:latin typeface="Arial"/>
                <a:ea typeface="Arial"/>
                <a:cs typeface="Arial"/>
              </a:defRPr>
            </a:lvl1pPr>
            <a:lvl2pPr algn="l">
              <a:defRPr sz="2000" b="1">
                <a:solidFill>
                  <a:srgbClr val="148991"/>
                </a:solidFill>
                <a:latin typeface="Arial"/>
                <a:ea typeface="Arial"/>
                <a:cs typeface="Arial"/>
              </a:defRPr>
            </a:lvl2pPr>
            <a:lvl3pPr algn="l">
              <a:defRPr sz="2000" b="1">
                <a:solidFill>
                  <a:srgbClr val="148991"/>
                </a:solidFill>
                <a:latin typeface="Arial"/>
                <a:ea typeface="Arial"/>
                <a:cs typeface="Arial"/>
              </a:defRPr>
            </a:lvl3pPr>
            <a:lvl4pPr algn="l">
              <a:defRPr sz="2000" b="1">
                <a:solidFill>
                  <a:srgbClr val="148991"/>
                </a:solidFill>
                <a:latin typeface="Arial"/>
                <a:ea typeface="Arial"/>
                <a:cs typeface="Arial"/>
              </a:defRPr>
            </a:lvl4pPr>
            <a:lvl5pPr algn="l">
              <a:defRPr sz="2000" b="1">
                <a:solidFill>
                  <a:srgbClr val="148991"/>
                </a:solidFill>
                <a:latin typeface="Arial"/>
                <a:ea typeface="Arial"/>
                <a:cs typeface="Arial"/>
              </a:defRPr>
            </a:lvl5pPr>
            <a:lvl6pPr algn="l">
              <a:defRPr sz="2000" b="1">
                <a:solidFill>
                  <a:srgbClr val="148991"/>
                </a:solidFill>
                <a:latin typeface="Arial"/>
                <a:ea typeface="Arial"/>
                <a:cs typeface="Arial"/>
              </a:defRPr>
            </a:lvl6pPr>
            <a:lvl7pPr algn="l">
              <a:defRPr sz="2000" b="1">
                <a:solidFill>
                  <a:srgbClr val="148991"/>
                </a:solidFill>
                <a:latin typeface="Arial"/>
                <a:ea typeface="Arial"/>
                <a:cs typeface="Arial"/>
              </a:defRPr>
            </a:lvl7pPr>
            <a:lvl8pPr algn="l">
              <a:defRPr sz="2000" b="1">
                <a:solidFill>
                  <a:srgbClr val="148991"/>
                </a:solidFill>
                <a:latin typeface="Arial"/>
                <a:ea typeface="Arial"/>
                <a:cs typeface="Arial"/>
              </a:defRPr>
            </a:lvl8pPr>
            <a:lvl9pPr algn="l">
              <a:defRPr sz="2000" b="1">
                <a:solidFill>
                  <a:srgbClr val="148991"/>
                </a:solidFill>
                <a:latin typeface="Arial"/>
                <a:ea typeface="Arial"/>
                <a:cs typeface="Arial"/>
              </a:defRPr>
            </a:lvl9pPr>
          </a:lstStyle>
          <a:p>
            <a:pPr algn="l">
              <a:defRPr sz="2000" b="1">
                <a:solidFill>
                  <a:srgbClr val="148991"/>
                </a:solidFill>
                <a:latin typeface="Arial"/>
                <a:ea typeface="Arial"/>
                <a:cs typeface="Arial"/>
              </a:defRPr>
            </a:pPr>
            <a:r>
              <a:rPr sz="2000" b="1">
                <a:solidFill>
                  <a:srgbClr val="148991"/>
                </a:solidFill>
                <a:latin typeface="Arial"/>
                <a:ea typeface="Arial"/>
                <a:cs typeface="Arial"/>
              </a:rPr>
              <a:t>02</a:t>
            </a:r>
          </a:p>
        </p:txBody>
      </p:sp>
      <p:sp>
        <p:nvSpPr>
          <p:cNvPr id="7" name="launch-heading-2">
            <a:extLst>
              <a:ext uri="{FF2B5EF4-FFF2-40B4-BE49-F238E27FC236}">
                <a16:creationId xmlns:a16="http://schemas.microsoft.com/office/drawing/2014/main" id="{3DF0A590-755F-4A65-8567-D27D9D1A31C4}"/>
              </a:ext>
            </a:extLst>
          </p:cNvPr>
          <p:cNvSpPr>
            <a:spLocks noGrp="1"/>
          </p:cNvSpPr>
          <p:nvPr/>
        </p:nvSpPr>
        <p:spPr>
          <a:xfrm>
            <a:off x="1200150" y="2847975"/>
            <a:ext cx="7410450" cy="323850"/>
          </a:xfrm>
          <a:prstGeom prst="rect">
            <a:avLst/>
          </a:prstGeom>
          <a:noFill/>
          <a:ln w="0">
            <a:noFill/>
            <a:prstDash val="solid"/>
          </a:ln>
        </p:spPr>
        <p:txBody>
          <a:bodyPr wrap="square" lIns="0" tIns="0" rIns="0" bIns="0" anchor="t">
            <a:noAutofit/>
          </a:bodyPr>
          <a:lstStyle>
            <a:defPPr algn="l">
              <a:defRPr sz="1700" b="1">
                <a:solidFill>
                  <a:srgbClr val="182841"/>
                </a:solidFill>
                <a:latin typeface="Arial"/>
                <a:ea typeface="Arial"/>
                <a:cs typeface="Arial"/>
              </a:defRPr>
            </a:defPPr>
            <a:lvl1pPr algn="l">
              <a:defRPr sz="1700" b="1">
                <a:solidFill>
                  <a:srgbClr val="182841"/>
                </a:solidFill>
                <a:latin typeface="Arial"/>
                <a:ea typeface="Arial"/>
                <a:cs typeface="Arial"/>
              </a:defRPr>
            </a:lvl1pPr>
            <a:lvl2pPr algn="l">
              <a:defRPr sz="1700" b="1">
                <a:solidFill>
                  <a:srgbClr val="182841"/>
                </a:solidFill>
                <a:latin typeface="Arial"/>
                <a:ea typeface="Arial"/>
                <a:cs typeface="Arial"/>
              </a:defRPr>
            </a:lvl2pPr>
            <a:lvl3pPr algn="l">
              <a:defRPr sz="1700" b="1">
                <a:solidFill>
                  <a:srgbClr val="182841"/>
                </a:solidFill>
                <a:latin typeface="Arial"/>
                <a:ea typeface="Arial"/>
                <a:cs typeface="Arial"/>
              </a:defRPr>
            </a:lvl3pPr>
            <a:lvl4pPr algn="l">
              <a:defRPr sz="1700" b="1">
                <a:solidFill>
                  <a:srgbClr val="182841"/>
                </a:solidFill>
                <a:latin typeface="Arial"/>
                <a:ea typeface="Arial"/>
                <a:cs typeface="Arial"/>
              </a:defRPr>
            </a:lvl4pPr>
            <a:lvl5pPr algn="l">
              <a:defRPr sz="1700" b="1">
                <a:solidFill>
                  <a:srgbClr val="182841"/>
                </a:solidFill>
                <a:latin typeface="Arial"/>
                <a:ea typeface="Arial"/>
                <a:cs typeface="Arial"/>
              </a:defRPr>
            </a:lvl5pPr>
            <a:lvl6pPr algn="l">
              <a:defRPr sz="1700" b="1">
                <a:solidFill>
                  <a:srgbClr val="182841"/>
                </a:solidFill>
                <a:latin typeface="Arial"/>
                <a:ea typeface="Arial"/>
                <a:cs typeface="Arial"/>
              </a:defRPr>
            </a:lvl6pPr>
            <a:lvl7pPr algn="l">
              <a:defRPr sz="1700" b="1">
                <a:solidFill>
                  <a:srgbClr val="182841"/>
                </a:solidFill>
                <a:latin typeface="Arial"/>
                <a:ea typeface="Arial"/>
                <a:cs typeface="Arial"/>
              </a:defRPr>
            </a:lvl7pPr>
            <a:lvl8pPr algn="l">
              <a:defRPr sz="1700" b="1">
                <a:solidFill>
                  <a:srgbClr val="182841"/>
                </a:solidFill>
                <a:latin typeface="Arial"/>
                <a:ea typeface="Arial"/>
                <a:cs typeface="Arial"/>
              </a:defRPr>
            </a:lvl8pPr>
            <a:lvl9pPr algn="l">
              <a:defRPr sz="1700" b="1">
                <a:solidFill>
                  <a:srgbClr val="182841"/>
                </a:solidFill>
                <a:latin typeface="Arial"/>
                <a:ea typeface="Arial"/>
                <a:cs typeface="Arial"/>
              </a:defRPr>
            </a:lvl9pPr>
          </a:lstStyle>
          <a:p>
            <a:pPr algn="l">
              <a:defRPr sz="1700" b="1">
                <a:solidFill>
                  <a:srgbClr val="182841"/>
                </a:solidFill>
                <a:latin typeface="Arial"/>
                <a:ea typeface="Arial"/>
                <a:cs typeface="Arial"/>
              </a:defRPr>
            </a:pPr>
            <a:r>
              <a:rPr sz="1700" b="1">
                <a:solidFill>
                  <a:srgbClr val="182841"/>
                </a:solidFill>
                <a:latin typeface="Arial"/>
                <a:ea typeface="Arial"/>
                <a:cs typeface="Arial"/>
              </a:rPr>
              <a:t>Launch command</a:t>
            </a:r>
          </a:p>
        </p:txBody>
      </p:sp>
      <p:sp>
        <p:nvSpPr>
          <p:cNvPr id="8" name="launch-command">
            <a:extLst>
              <a:ext uri="{FF2B5EF4-FFF2-40B4-BE49-F238E27FC236}">
                <a16:creationId xmlns:a16="http://schemas.microsoft.com/office/drawing/2014/main" id="{9EC7213C-37FC-4030-BD3D-358185D7F353}"/>
              </a:ext>
            </a:extLst>
          </p:cNvPr>
          <p:cNvSpPr>
            <a:spLocks noGrp="1"/>
          </p:cNvSpPr>
          <p:nvPr/>
        </p:nvSpPr>
        <p:spPr>
          <a:xfrm>
            <a:off x="1200150" y="3228975"/>
            <a:ext cx="7410450" cy="371475"/>
          </a:xfrm>
          <a:prstGeom prst="rect">
            <a:avLst/>
          </a:prstGeom>
          <a:noFill/>
          <a:ln w="0">
            <a:noFill/>
            <a:prstDash val="solid"/>
          </a:ln>
        </p:spPr>
        <p:txBody>
          <a:bodyPr wrap="square" lIns="0" tIns="0" rIns="0" bIns="0" anchor="t">
            <a:noAutofit/>
          </a:bodyPr>
          <a:lstStyle>
            <a:defPPr algn="l">
              <a:defRPr sz="1800" b="1">
                <a:solidFill>
                  <a:srgbClr val="148991"/>
                </a:solidFill>
                <a:latin typeface="Arial"/>
                <a:ea typeface="Arial"/>
                <a:cs typeface="Arial"/>
              </a:defRPr>
            </a:defPPr>
            <a:lvl1pPr algn="l">
              <a:defRPr sz="1800" b="1">
                <a:solidFill>
                  <a:srgbClr val="148991"/>
                </a:solidFill>
                <a:latin typeface="Arial"/>
                <a:ea typeface="Arial"/>
                <a:cs typeface="Arial"/>
              </a:defRPr>
            </a:lvl1pPr>
            <a:lvl2pPr algn="l">
              <a:defRPr sz="1800" b="1">
                <a:solidFill>
                  <a:srgbClr val="148991"/>
                </a:solidFill>
                <a:latin typeface="Arial"/>
                <a:ea typeface="Arial"/>
                <a:cs typeface="Arial"/>
              </a:defRPr>
            </a:lvl2pPr>
            <a:lvl3pPr algn="l">
              <a:defRPr sz="1800" b="1">
                <a:solidFill>
                  <a:srgbClr val="148991"/>
                </a:solidFill>
                <a:latin typeface="Arial"/>
                <a:ea typeface="Arial"/>
                <a:cs typeface="Arial"/>
              </a:defRPr>
            </a:lvl3pPr>
            <a:lvl4pPr algn="l">
              <a:defRPr sz="1800" b="1">
                <a:solidFill>
                  <a:srgbClr val="148991"/>
                </a:solidFill>
                <a:latin typeface="Arial"/>
                <a:ea typeface="Arial"/>
                <a:cs typeface="Arial"/>
              </a:defRPr>
            </a:lvl4pPr>
            <a:lvl5pPr algn="l">
              <a:defRPr sz="1800" b="1">
                <a:solidFill>
                  <a:srgbClr val="148991"/>
                </a:solidFill>
                <a:latin typeface="Arial"/>
                <a:ea typeface="Arial"/>
                <a:cs typeface="Arial"/>
              </a:defRPr>
            </a:lvl5pPr>
            <a:lvl6pPr algn="l">
              <a:defRPr sz="1800" b="1">
                <a:solidFill>
                  <a:srgbClr val="148991"/>
                </a:solidFill>
                <a:latin typeface="Arial"/>
                <a:ea typeface="Arial"/>
                <a:cs typeface="Arial"/>
              </a:defRPr>
            </a:lvl6pPr>
            <a:lvl7pPr algn="l">
              <a:defRPr sz="1800" b="1">
                <a:solidFill>
                  <a:srgbClr val="148991"/>
                </a:solidFill>
                <a:latin typeface="Arial"/>
                <a:ea typeface="Arial"/>
                <a:cs typeface="Arial"/>
              </a:defRPr>
            </a:lvl7pPr>
            <a:lvl8pPr algn="l">
              <a:defRPr sz="1800" b="1">
                <a:solidFill>
                  <a:srgbClr val="148991"/>
                </a:solidFill>
                <a:latin typeface="Arial"/>
                <a:ea typeface="Arial"/>
                <a:cs typeface="Arial"/>
              </a:defRPr>
            </a:lvl8pPr>
            <a:lvl9pPr algn="l">
              <a:defRPr sz="1800" b="1">
                <a:solidFill>
                  <a:srgbClr val="148991"/>
                </a:solidFill>
                <a:latin typeface="Arial"/>
                <a:ea typeface="Arial"/>
                <a:cs typeface="Arial"/>
              </a:defRPr>
            </a:lvl9pPr>
          </a:lstStyle>
          <a:p>
            <a:pPr algn="l">
              <a:defRPr sz="1800" b="1">
                <a:solidFill>
                  <a:srgbClr val="148991"/>
                </a:solidFill>
                <a:latin typeface="Arial"/>
                <a:ea typeface="Arial"/>
                <a:cs typeface="Arial"/>
              </a:defRPr>
            </a:pPr>
            <a:r>
              <a:rPr sz="1800" b="1">
                <a:solidFill>
                  <a:srgbClr val="148991"/>
                </a:solidFill>
                <a:latin typeface="Arial"/>
                <a:ea typeface="Arial"/>
                <a:cs typeface="Arial"/>
              </a:rPr>
              <a:t>python project_milestone04/demo.py</a:t>
            </a:r>
          </a:p>
        </p:txBody>
      </p:sp>
      <p:sp>
        <p:nvSpPr>
          <p:cNvPr id="9" name="launch-step-3">
            <a:extLst>
              <a:ext uri="{FF2B5EF4-FFF2-40B4-BE49-F238E27FC236}">
                <a16:creationId xmlns:a16="http://schemas.microsoft.com/office/drawing/2014/main" id="{262C72FE-BEDC-46A3-9E4D-17FD6E176D3D}"/>
              </a:ext>
            </a:extLst>
          </p:cNvPr>
          <p:cNvSpPr>
            <a:spLocks noGrp="1"/>
          </p:cNvSpPr>
          <p:nvPr/>
        </p:nvSpPr>
        <p:spPr>
          <a:xfrm>
            <a:off x="533400" y="3800475"/>
            <a:ext cx="495300" cy="342900"/>
          </a:xfrm>
          <a:prstGeom prst="rect">
            <a:avLst/>
          </a:prstGeom>
          <a:noFill/>
          <a:ln w="0">
            <a:noFill/>
            <a:prstDash val="solid"/>
          </a:ln>
        </p:spPr>
        <p:txBody>
          <a:bodyPr wrap="square" lIns="0" tIns="0" rIns="0" bIns="0" anchor="t">
            <a:noAutofit/>
          </a:bodyPr>
          <a:lstStyle>
            <a:defPPr algn="l">
              <a:defRPr sz="2000" b="1">
                <a:solidFill>
                  <a:srgbClr val="148991"/>
                </a:solidFill>
                <a:latin typeface="Arial"/>
                <a:ea typeface="Arial"/>
                <a:cs typeface="Arial"/>
              </a:defRPr>
            </a:defPPr>
            <a:lvl1pPr algn="l">
              <a:defRPr sz="2000" b="1">
                <a:solidFill>
                  <a:srgbClr val="148991"/>
                </a:solidFill>
                <a:latin typeface="Arial"/>
                <a:ea typeface="Arial"/>
                <a:cs typeface="Arial"/>
              </a:defRPr>
            </a:lvl1pPr>
            <a:lvl2pPr algn="l">
              <a:defRPr sz="2000" b="1">
                <a:solidFill>
                  <a:srgbClr val="148991"/>
                </a:solidFill>
                <a:latin typeface="Arial"/>
                <a:ea typeface="Arial"/>
                <a:cs typeface="Arial"/>
              </a:defRPr>
            </a:lvl2pPr>
            <a:lvl3pPr algn="l">
              <a:defRPr sz="2000" b="1">
                <a:solidFill>
                  <a:srgbClr val="148991"/>
                </a:solidFill>
                <a:latin typeface="Arial"/>
                <a:ea typeface="Arial"/>
                <a:cs typeface="Arial"/>
              </a:defRPr>
            </a:lvl3pPr>
            <a:lvl4pPr algn="l">
              <a:defRPr sz="2000" b="1">
                <a:solidFill>
                  <a:srgbClr val="148991"/>
                </a:solidFill>
                <a:latin typeface="Arial"/>
                <a:ea typeface="Arial"/>
                <a:cs typeface="Arial"/>
              </a:defRPr>
            </a:lvl4pPr>
            <a:lvl5pPr algn="l">
              <a:defRPr sz="2000" b="1">
                <a:solidFill>
                  <a:srgbClr val="148991"/>
                </a:solidFill>
                <a:latin typeface="Arial"/>
                <a:ea typeface="Arial"/>
                <a:cs typeface="Arial"/>
              </a:defRPr>
            </a:lvl5pPr>
            <a:lvl6pPr algn="l">
              <a:defRPr sz="2000" b="1">
                <a:solidFill>
                  <a:srgbClr val="148991"/>
                </a:solidFill>
                <a:latin typeface="Arial"/>
                <a:ea typeface="Arial"/>
                <a:cs typeface="Arial"/>
              </a:defRPr>
            </a:lvl6pPr>
            <a:lvl7pPr algn="l">
              <a:defRPr sz="2000" b="1">
                <a:solidFill>
                  <a:srgbClr val="148991"/>
                </a:solidFill>
                <a:latin typeface="Arial"/>
                <a:ea typeface="Arial"/>
                <a:cs typeface="Arial"/>
              </a:defRPr>
            </a:lvl7pPr>
            <a:lvl8pPr algn="l">
              <a:defRPr sz="2000" b="1">
                <a:solidFill>
                  <a:srgbClr val="148991"/>
                </a:solidFill>
                <a:latin typeface="Arial"/>
                <a:ea typeface="Arial"/>
                <a:cs typeface="Arial"/>
              </a:defRPr>
            </a:lvl8pPr>
            <a:lvl9pPr algn="l">
              <a:defRPr sz="2000" b="1">
                <a:solidFill>
                  <a:srgbClr val="148991"/>
                </a:solidFill>
                <a:latin typeface="Arial"/>
                <a:ea typeface="Arial"/>
                <a:cs typeface="Arial"/>
              </a:defRPr>
            </a:lvl9pPr>
          </a:lstStyle>
          <a:p>
            <a:pPr algn="l">
              <a:defRPr sz="2000" b="1">
                <a:solidFill>
                  <a:srgbClr val="148991"/>
                </a:solidFill>
                <a:latin typeface="Arial"/>
                <a:ea typeface="Arial"/>
                <a:cs typeface="Arial"/>
              </a:defRPr>
            </a:pPr>
            <a:r>
              <a:rPr sz="2000" b="1">
                <a:solidFill>
                  <a:srgbClr val="148991"/>
                </a:solidFill>
                <a:latin typeface="Arial"/>
                <a:ea typeface="Arial"/>
                <a:cs typeface="Arial"/>
              </a:rPr>
              <a:t>03</a:t>
            </a:r>
          </a:p>
        </p:txBody>
      </p:sp>
      <p:sp>
        <p:nvSpPr>
          <p:cNvPr id="10" name="launch-heading-3">
            <a:extLst>
              <a:ext uri="{FF2B5EF4-FFF2-40B4-BE49-F238E27FC236}">
                <a16:creationId xmlns:a16="http://schemas.microsoft.com/office/drawing/2014/main" id="{EBC64452-003E-41A3-BC05-8DBF5E1093E5}"/>
              </a:ext>
            </a:extLst>
          </p:cNvPr>
          <p:cNvSpPr>
            <a:spLocks noGrp="1"/>
          </p:cNvSpPr>
          <p:nvPr/>
        </p:nvSpPr>
        <p:spPr>
          <a:xfrm>
            <a:off x="1200150" y="3819525"/>
            <a:ext cx="7410450" cy="323850"/>
          </a:xfrm>
          <a:prstGeom prst="rect">
            <a:avLst/>
          </a:prstGeom>
          <a:noFill/>
          <a:ln w="0">
            <a:noFill/>
            <a:prstDash val="solid"/>
          </a:ln>
        </p:spPr>
        <p:txBody>
          <a:bodyPr wrap="square" lIns="0" tIns="0" rIns="0" bIns="0" anchor="t">
            <a:noAutofit/>
          </a:bodyPr>
          <a:lstStyle>
            <a:defPPr algn="l">
              <a:defRPr sz="1700" b="1">
                <a:solidFill>
                  <a:srgbClr val="182841"/>
                </a:solidFill>
                <a:latin typeface="Arial"/>
                <a:ea typeface="Arial"/>
                <a:cs typeface="Arial"/>
              </a:defRPr>
            </a:defPPr>
            <a:lvl1pPr algn="l">
              <a:defRPr sz="1700" b="1">
                <a:solidFill>
                  <a:srgbClr val="182841"/>
                </a:solidFill>
                <a:latin typeface="Arial"/>
                <a:ea typeface="Arial"/>
                <a:cs typeface="Arial"/>
              </a:defRPr>
            </a:lvl1pPr>
            <a:lvl2pPr algn="l">
              <a:defRPr sz="1700" b="1">
                <a:solidFill>
                  <a:srgbClr val="182841"/>
                </a:solidFill>
                <a:latin typeface="Arial"/>
                <a:ea typeface="Arial"/>
                <a:cs typeface="Arial"/>
              </a:defRPr>
            </a:lvl2pPr>
            <a:lvl3pPr algn="l">
              <a:defRPr sz="1700" b="1">
                <a:solidFill>
                  <a:srgbClr val="182841"/>
                </a:solidFill>
                <a:latin typeface="Arial"/>
                <a:ea typeface="Arial"/>
                <a:cs typeface="Arial"/>
              </a:defRPr>
            </a:lvl3pPr>
            <a:lvl4pPr algn="l">
              <a:defRPr sz="1700" b="1">
                <a:solidFill>
                  <a:srgbClr val="182841"/>
                </a:solidFill>
                <a:latin typeface="Arial"/>
                <a:ea typeface="Arial"/>
                <a:cs typeface="Arial"/>
              </a:defRPr>
            </a:lvl4pPr>
            <a:lvl5pPr algn="l">
              <a:defRPr sz="1700" b="1">
                <a:solidFill>
                  <a:srgbClr val="182841"/>
                </a:solidFill>
                <a:latin typeface="Arial"/>
                <a:ea typeface="Arial"/>
                <a:cs typeface="Arial"/>
              </a:defRPr>
            </a:lvl5pPr>
            <a:lvl6pPr algn="l">
              <a:defRPr sz="1700" b="1">
                <a:solidFill>
                  <a:srgbClr val="182841"/>
                </a:solidFill>
                <a:latin typeface="Arial"/>
                <a:ea typeface="Arial"/>
                <a:cs typeface="Arial"/>
              </a:defRPr>
            </a:lvl6pPr>
            <a:lvl7pPr algn="l">
              <a:defRPr sz="1700" b="1">
                <a:solidFill>
                  <a:srgbClr val="182841"/>
                </a:solidFill>
                <a:latin typeface="Arial"/>
                <a:ea typeface="Arial"/>
                <a:cs typeface="Arial"/>
              </a:defRPr>
            </a:lvl7pPr>
            <a:lvl8pPr algn="l">
              <a:defRPr sz="1700" b="1">
                <a:solidFill>
                  <a:srgbClr val="182841"/>
                </a:solidFill>
                <a:latin typeface="Arial"/>
                <a:ea typeface="Arial"/>
                <a:cs typeface="Arial"/>
              </a:defRPr>
            </a:lvl8pPr>
            <a:lvl9pPr algn="l">
              <a:defRPr sz="1700" b="1">
                <a:solidFill>
                  <a:srgbClr val="182841"/>
                </a:solidFill>
                <a:latin typeface="Arial"/>
                <a:ea typeface="Arial"/>
                <a:cs typeface="Arial"/>
              </a:defRPr>
            </a:lvl9pPr>
          </a:lstStyle>
          <a:p>
            <a:pPr algn="l">
              <a:defRPr sz="1700" b="1">
                <a:solidFill>
                  <a:srgbClr val="182841"/>
                </a:solidFill>
                <a:latin typeface="Arial"/>
                <a:ea typeface="Arial"/>
                <a:cs typeface="Arial"/>
              </a:defRPr>
            </a:pPr>
            <a:r>
              <a:rPr sz="1700" b="1">
                <a:solidFill>
                  <a:srgbClr val="182841"/>
                </a:solidFill>
                <a:latin typeface="Arial"/>
                <a:ea typeface="Arial"/>
                <a:cs typeface="Arial"/>
              </a:rPr>
              <a:t>Browser address</a:t>
            </a:r>
          </a:p>
        </p:txBody>
      </p:sp>
      <p:sp>
        <p:nvSpPr>
          <p:cNvPr id="11" name="launch-url">
            <a:extLst>
              <a:ext uri="{FF2B5EF4-FFF2-40B4-BE49-F238E27FC236}">
                <a16:creationId xmlns:a16="http://schemas.microsoft.com/office/drawing/2014/main" id="{E992A5A9-6B3D-48A8-BCAC-764C8BD4787E}"/>
              </a:ext>
            </a:extLst>
          </p:cNvPr>
          <p:cNvSpPr>
            <a:spLocks noGrp="1"/>
          </p:cNvSpPr>
          <p:nvPr/>
        </p:nvSpPr>
        <p:spPr>
          <a:xfrm>
            <a:off x="1200150" y="4200525"/>
            <a:ext cx="7410450" cy="371475"/>
          </a:xfrm>
          <a:prstGeom prst="rect">
            <a:avLst/>
          </a:prstGeom>
          <a:noFill/>
          <a:ln w="0">
            <a:noFill/>
            <a:prstDash val="solid"/>
          </a:ln>
        </p:spPr>
        <p:txBody>
          <a:bodyPr wrap="square" lIns="0" tIns="0" rIns="0" bIns="0" anchor="t">
            <a:noAutofit/>
          </a:bodyPr>
          <a:lstStyle>
            <a:defPPr algn="l">
              <a:defRPr sz="1800" b="1">
                <a:solidFill>
                  <a:srgbClr val="148991"/>
                </a:solidFill>
                <a:latin typeface="Arial"/>
                <a:ea typeface="Arial"/>
                <a:cs typeface="Arial"/>
              </a:defRPr>
            </a:defPPr>
            <a:lvl1pPr algn="l">
              <a:defRPr sz="1800" b="1">
                <a:solidFill>
                  <a:srgbClr val="148991"/>
                </a:solidFill>
                <a:latin typeface="Arial"/>
                <a:ea typeface="Arial"/>
                <a:cs typeface="Arial"/>
              </a:defRPr>
            </a:lvl1pPr>
            <a:lvl2pPr algn="l">
              <a:defRPr sz="1800" b="1">
                <a:solidFill>
                  <a:srgbClr val="148991"/>
                </a:solidFill>
                <a:latin typeface="Arial"/>
                <a:ea typeface="Arial"/>
                <a:cs typeface="Arial"/>
              </a:defRPr>
            </a:lvl2pPr>
            <a:lvl3pPr algn="l">
              <a:defRPr sz="1800" b="1">
                <a:solidFill>
                  <a:srgbClr val="148991"/>
                </a:solidFill>
                <a:latin typeface="Arial"/>
                <a:ea typeface="Arial"/>
                <a:cs typeface="Arial"/>
              </a:defRPr>
            </a:lvl3pPr>
            <a:lvl4pPr algn="l">
              <a:defRPr sz="1800" b="1">
                <a:solidFill>
                  <a:srgbClr val="148991"/>
                </a:solidFill>
                <a:latin typeface="Arial"/>
                <a:ea typeface="Arial"/>
                <a:cs typeface="Arial"/>
              </a:defRPr>
            </a:lvl4pPr>
            <a:lvl5pPr algn="l">
              <a:defRPr sz="1800" b="1">
                <a:solidFill>
                  <a:srgbClr val="148991"/>
                </a:solidFill>
                <a:latin typeface="Arial"/>
                <a:ea typeface="Arial"/>
                <a:cs typeface="Arial"/>
              </a:defRPr>
            </a:lvl5pPr>
            <a:lvl6pPr algn="l">
              <a:defRPr sz="1800" b="1">
                <a:solidFill>
                  <a:srgbClr val="148991"/>
                </a:solidFill>
                <a:latin typeface="Arial"/>
                <a:ea typeface="Arial"/>
                <a:cs typeface="Arial"/>
              </a:defRPr>
            </a:lvl6pPr>
            <a:lvl7pPr algn="l">
              <a:defRPr sz="1800" b="1">
                <a:solidFill>
                  <a:srgbClr val="148991"/>
                </a:solidFill>
                <a:latin typeface="Arial"/>
                <a:ea typeface="Arial"/>
                <a:cs typeface="Arial"/>
              </a:defRPr>
            </a:lvl7pPr>
            <a:lvl8pPr algn="l">
              <a:defRPr sz="1800" b="1">
                <a:solidFill>
                  <a:srgbClr val="148991"/>
                </a:solidFill>
                <a:latin typeface="Arial"/>
                <a:ea typeface="Arial"/>
                <a:cs typeface="Arial"/>
              </a:defRPr>
            </a:lvl8pPr>
            <a:lvl9pPr algn="l">
              <a:defRPr sz="1800" b="1">
                <a:solidFill>
                  <a:srgbClr val="148991"/>
                </a:solidFill>
                <a:latin typeface="Arial"/>
                <a:ea typeface="Arial"/>
                <a:cs typeface="Arial"/>
              </a:defRPr>
            </a:lvl9pPr>
          </a:lstStyle>
          <a:p>
            <a:pPr algn="l">
              <a:defRPr sz="1800" b="1">
                <a:solidFill>
                  <a:srgbClr val="148991"/>
                </a:solidFill>
                <a:latin typeface="Arial"/>
                <a:ea typeface="Arial"/>
                <a:cs typeface="Arial"/>
              </a:defRPr>
            </a:pPr>
            <a:r>
              <a:rPr sz="1800" b="1">
                <a:solidFill>
                  <a:srgbClr val="148991"/>
                </a:solidFill>
                <a:latin typeface="Arial"/>
                <a:ea typeface="Arial"/>
                <a:cs typeface="Arial"/>
              </a:rPr>
              <a:t>http://127.0.0.1:7860</a:t>
            </a:r>
          </a:p>
        </p:txBody>
      </p:sp>
      <p:sp>
        <p:nvSpPr>
          <p:cNvPr id="12" name="terminal-note">
            <a:extLst>
              <a:ext uri="{FF2B5EF4-FFF2-40B4-BE49-F238E27FC236}">
                <a16:creationId xmlns:a16="http://schemas.microsoft.com/office/drawing/2014/main" id="{B75AC3C9-3F5C-4DFC-B55A-15AD87C6907D}"/>
              </a:ext>
            </a:extLst>
          </p:cNvPr>
          <p:cNvSpPr>
            <a:spLocks noGrp="1"/>
          </p:cNvSpPr>
          <p:nvPr/>
        </p:nvSpPr>
        <p:spPr>
          <a:xfrm>
            <a:off x="533400" y="4762500"/>
            <a:ext cx="8077200" cy="266700"/>
          </a:xfrm>
          <a:prstGeom prst="rect">
            <a:avLst/>
          </a:prstGeom>
          <a:noFill/>
          <a:ln w="0">
            <a:noFill/>
            <a:prstDash val="solid"/>
          </a:ln>
        </p:spPr>
        <p:txBody>
          <a:bodyPr wrap="square" lIns="0" tIns="0" rIns="0" bIns="0" anchor="t">
            <a:noAutofit/>
          </a:bodyPr>
          <a:lstStyle>
            <a:defPPr algn="ctr">
              <a:defRPr sz="1400" b="0">
                <a:solidFill>
                  <a:srgbClr val="59697B"/>
                </a:solidFill>
                <a:latin typeface="Arial"/>
                <a:ea typeface="Arial"/>
                <a:cs typeface="Arial"/>
              </a:defRPr>
            </a:defPPr>
            <a:lvl1pPr algn="ctr">
              <a:defRPr sz="1400" b="0">
                <a:solidFill>
                  <a:srgbClr val="59697B"/>
                </a:solidFill>
                <a:latin typeface="Arial"/>
                <a:ea typeface="Arial"/>
                <a:cs typeface="Arial"/>
              </a:defRPr>
            </a:lvl1pPr>
            <a:lvl2pPr algn="ctr">
              <a:defRPr sz="1400" b="0">
                <a:solidFill>
                  <a:srgbClr val="59697B"/>
                </a:solidFill>
                <a:latin typeface="Arial"/>
                <a:ea typeface="Arial"/>
                <a:cs typeface="Arial"/>
              </a:defRPr>
            </a:lvl2pPr>
            <a:lvl3pPr algn="ctr">
              <a:defRPr sz="1400" b="0">
                <a:solidFill>
                  <a:srgbClr val="59697B"/>
                </a:solidFill>
                <a:latin typeface="Arial"/>
                <a:ea typeface="Arial"/>
                <a:cs typeface="Arial"/>
              </a:defRPr>
            </a:lvl3pPr>
            <a:lvl4pPr algn="ctr">
              <a:defRPr sz="1400" b="0">
                <a:solidFill>
                  <a:srgbClr val="59697B"/>
                </a:solidFill>
                <a:latin typeface="Arial"/>
                <a:ea typeface="Arial"/>
                <a:cs typeface="Arial"/>
              </a:defRPr>
            </a:lvl4pPr>
            <a:lvl5pPr algn="ctr">
              <a:defRPr sz="1400" b="0">
                <a:solidFill>
                  <a:srgbClr val="59697B"/>
                </a:solidFill>
                <a:latin typeface="Arial"/>
                <a:ea typeface="Arial"/>
                <a:cs typeface="Arial"/>
              </a:defRPr>
            </a:lvl5pPr>
            <a:lvl6pPr algn="ctr">
              <a:defRPr sz="1400" b="0">
                <a:solidFill>
                  <a:srgbClr val="59697B"/>
                </a:solidFill>
                <a:latin typeface="Arial"/>
                <a:ea typeface="Arial"/>
                <a:cs typeface="Arial"/>
              </a:defRPr>
            </a:lvl6pPr>
            <a:lvl7pPr algn="ctr">
              <a:defRPr sz="1400" b="0">
                <a:solidFill>
                  <a:srgbClr val="59697B"/>
                </a:solidFill>
                <a:latin typeface="Arial"/>
                <a:ea typeface="Arial"/>
                <a:cs typeface="Arial"/>
              </a:defRPr>
            </a:lvl7pPr>
            <a:lvl8pPr algn="ctr">
              <a:defRPr sz="1400" b="0">
                <a:solidFill>
                  <a:srgbClr val="59697B"/>
                </a:solidFill>
                <a:latin typeface="Arial"/>
                <a:ea typeface="Arial"/>
                <a:cs typeface="Arial"/>
              </a:defRPr>
            </a:lvl8pPr>
            <a:lvl9pPr algn="ctr">
              <a:defRPr sz="1400" b="0">
                <a:solidFill>
                  <a:srgbClr val="59697B"/>
                </a:solidFill>
                <a:latin typeface="Arial"/>
                <a:ea typeface="Arial"/>
                <a:cs typeface="Arial"/>
              </a:defRPr>
            </a:lvl9pPr>
          </a:lstStyle>
          <a:p>
            <a:pPr algn="ctr">
              <a:defRPr sz="1400" b="0">
                <a:solidFill>
                  <a:srgbClr val="59697B"/>
                </a:solidFill>
                <a:latin typeface="Arial"/>
                <a:ea typeface="Arial"/>
                <a:cs typeface="Arial"/>
              </a:defRPr>
            </a:pPr>
            <a:r>
              <a:rPr sz="1400" b="0">
                <a:solidFill>
                  <a:srgbClr val="59697B"/>
                </a:solidFill>
                <a:latin typeface="Arial"/>
                <a:ea typeface="Arial"/>
                <a:cs typeface="Arial"/>
              </a:rPr>
              <a:t>Keep the terminal open while using the app.</a:t>
            </a:r>
          </a:p>
        </p:txBody>
      </p:sp>
    </p:spTree>
    <p:extLst>
      <p:ext uri="{BB962C8B-B14F-4D97-AF65-F5344CB8AC3E}">
        <p14:creationId xmlns:p14="http://schemas.microsoft.com/office/powerpoint/2010/main" val="1336257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688B0C42-E6D0-4E61-8AB5-5E7A90812E4E}"/>
              </a:ext>
            </a:extLst>
          </p:cNvPr>
          <p:cNvSpPr>
            <a:spLocks noGrp="1"/>
          </p:cNvSpPr>
          <p:nvPr/>
        </p:nvSpPr>
        <p:spPr>
          <a:xfrm>
            <a:off x="444532" y="609600"/>
            <a:ext cx="8127873" cy="609600"/>
          </a:xfrm>
          <a:prstGeom prst="rect">
            <a:avLst/>
          </a:prstGeom>
          <a:noFill/>
          <a:ln w="0">
            <a:noFill/>
            <a:prstDash val="solid"/>
          </a:ln>
        </p:spPr>
        <p:txBody>
          <a:bodyPr wrap="square" lIns="0" tIns="0" rIns="0" bIns="0" anchor="t">
            <a:noAutofit/>
          </a:bodyPr>
          <a:lstStyle>
            <a:defPPr algn="ctr">
              <a:defRPr sz="2700" b="1">
                <a:solidFill>
                  <a:srgbClr val="182841"/>
                </a:solidFill>
                <a:latin typeface="Arial"/>
                <a:ea typeface="Arial"/>
                <a:cs typeface="Arial"/>
              </a:defRPr>
            </a:defPPr>
            <a:lvl1pPr algn="ctr">
              <a:defRPr sz="2700" b="1">
                <a:solidFill>
                  <a:srgbClr val="182841"/>
                </a:solidFill>
                <a:latin typeface="Arial"/>
                <a:ea typeface="Arial"/>
                <a:cs typeface="Arial"/>
              </a:defRPr>
            </a:lvl1pPr>
            <a:lvl2pPr algn="ctr">
              <a:defRPr sz="2700" b="1">
                <a:solidFill>
                  <a:srgbClr val="182841"/>
                </a:solidFill>
                <a:latin typeface="Arial"/>
                <a:ea typeface="Arial"/>
                <a:cs typeface="Arial"/>
              </a:defRPr>
            </a:lvl2pPr>
            <a:lvl3pPr algn="ctr">
              <a:defRPr sz="2700" b="1">
                <a:solidFill>
                  <a:srgbClr val="182841"/>
                </a:solidFill>
                <a:latin typeface="Arial"/>
                <a:ea typeface="Arial"/>
                <a:cs typeface="Arial"/>
              </a:defRPr>
            </a:lvl3pPr>
            <a:lvl4pPr algn="ctr">
              <a:defRPr sz="2700" b="1">
                <a:solidFill>
                  <a:srgbClr val="182841"/>
                </a:solidFill>
                <a:latin typeface="Arial"/>
                <a:ea typeface="Arial"/>
                <a:cs typeface="Arial"/>
              </a:defRPr>
            </a:lvl4pPr>
            <a:lvl5pPr algn="ctr">
              <a:defRPr sz="2700" b="1">
                <a:solidFill>
                  <a:srgbClr val="182841"/>
                </a:solidFill>
                <a:latin typeface="Arial"/>
                <a:ea typeface="Arial"/>
                <a:cs typeface="Arial"/>
              </a:defRPr>
            </a:lvl5pPr>
            <a:lvl6pPr algn="ctr">
              <a:defRPr sz="2700" b="1">
                <a:solidFill>
                  <a:srgbClr val="182841"/>
                </a:solidFill>
                <a:latin typeface="Arial"/>
                <a:ea typeface="Arial"/>
                <a:cs typeface="Arial"/>
              </a:defRPr>
            </a:lvl6pPr>
            <a:lvl7pPr algn="ctr">
              <a:defRPr sz="2700" b="1">
                <a:solidFill>
                  <a:srgbClr val="182841"/>
                </a:solidFill>
                <a:latin typeface="Arial"/>
                <a:ea typeface="Arial"/>
                <a:cs typeface="Arial"/>
              </a:defRPr>
            </a:lvl7pPr>
            <a:lvl8pPr algn="ctr">
              <a:defRPr sz="2700" b="1">
                <a:solidFill>
                  <a:srgbClr val="182841"/>
                </a:solidFill>
                <a:latin typeface="Arial"/>
                <a:ea typeface="Arial"/>
                <a:cs typeface="Arial"/>
              </a:defRPr>
            </a:lvl8pPr>
            <a:lvl9pPr algn="ctr">
              <a:defRPr sz="2700" b="1">
                <a:solidFill>
                  <a:srgbClr val="182841"/>
                </a:solidFill>
                <a:latin typeface="Arial"/>
                <a:ea typeface="Arial"/>
                <a:cs typeface="Arial"/>
              </a:defRPr>
            </a:lvl9pPr>
          </a:lstStyle>
          <a:p>
            <a:pPr algn="ctr">
              <a:defRPr sz="2700" b="1">
                <a:solidFill>
                  <a:srgbClr val="182841"/>
                </a:solidFill>
                <a:latin typeface="Arial"/>
                <a:ea typeface="Arial"/>
                <a:cs typeface="Arial"/>
              </a:defRPr>
            </a:pPr>
            <a:r>
              <a:rPr sz="2700" b="1">
                <a:solidFill>
                  <a:srgbClr val="182841"/>
                </a:solidFill>
                <a:latin typeface="Arial"/>
                <a:ea typeface="Arial"/>
                <a:cs typeface="Arial"/>
              </a:rPr>
              <a:t>Demo Controls</a:t>
            </a:r>
          </a:p>
        </p:txBody>
      </p:sp>
      <p:sp>
        <p:nvSpPr>
          <p:cNvPr id="2" name="slide-subtitle">
            <a:extLst>
              <a:ext uri="{FF2B5EF4-FFF2-40B4-BE49-F238E27FC236}">
                <a16:creationId xmlns:a16="http://schemas.microsoft.com/office/drawing/2014/main" id="{3895A976-0B2D-4BF0-99E5-83675F699BC1}"/>
              </a:ext>
            </a:extLst>
          </p:cNvPr>
          <p:cNvSpPr>
            <a:spLocks noGrp="1"/>
          </p:cNvSpPr>
          <p:nvPr/>
        </p:nvSpPr>
        <p:spPr>
          <a:xfrm>
            <a:off x="457200" y="1257300"/>
            <a:ext cx="8064627" cy="355473"/>
          </a:xfrm>
          <a:prstGeom prst="rect">
            <a:avLst/>
          </a:prstGeom>
          <a:noFill/>
          <a:ln w="0">
            <a:noFill/>
            <a:prstDash val="solid"/>
          </a:ln>
        </p:spPr>
        <p:txBody>
          <a:bodyPr wrap="square" lIns="0" tIns="0" rIns="0" bIns="0" anchor="t">
            <a:noAutofit/>
          </a:bodyPr>
          <a:lstStyle>
            <a:defPPr algn="ctr">
              <a:defRPr sz="1200" b="0">
                <a:solidFill>
                  <a:srgbClr val="59697B"/>
                </a:solidFill>
                <a:latin typeface="Arial"/>
                <a:ea typeface="Arial"/>
                <a:cs typeface="Arial"/>
              </a:defRPr>
            </a:defPPr>
            <a:lvl1pPr algn="ctr">
              <a:defRPr sz="1200" b="0">
                <a:solidFill>
                  <a:srgbClr val="59697B"/>
                </a:solidFill>
                <a:latin typeface="Arial"/>
                <a:ea typeface="Arial"/>
                <a:cs typeface="Arial"/>
              </a:defRPr>
            </a:lvl1pPr>
            <a:lvl2pPr algn="ctr">
              <a:defRPr sz="1200" b="0">
                <a:solidFill>
                  <a:srgbClr val="59697B"/>
                </a:solidFill>
                <a:latin typeface="Arial"/>
                <a:ea typeface="Arial"/>
                <a:cs typeface="Arial"/>
              </a:defRPr>
            </a:lvl2pPr>
            <a:lvl3pPr algn="ctr">
              <a:defRPr sz="1200" b="0">
                <a:solidFill>
                  <a:srgbClr val="59697B"/>
                </a:solidFill>
                <a:latin typeface="Arial"/>
                <a:ea typeface="Arial"/>
                <a:cs typeface="Arial"/>
              </a:defRPr>
            </a:lvl3pPr>
            <a:lvl4pPr algn="ctr">
              <a:defRPr sz="1200" b="0">
                <a:solidFill>
                  <a:srgbClr val="59697B"/>
                </a:solidFill>
                <a:latin typeface="Arial"/>
                <a:ea typeface="Arial"/>
                <a:cs typeface="Arial"/>
              </a:defRPr>
            </a:lvl4pPr>
            <a:lvl5pPr algn="ctr">
              <a:defRPr sz="1200" b="0">
                <a:solidFill>
                  <a:srgbClr val="59697B"/>
                </a:solidFill>
                <a:latin typeface="Arial"/>
                <a:ea typeface="Arial"/>
                <a:cs typeface="Arial"/>
              </a:defRPr>
            </a:lvl5pPr>
            <a:lvl6pPr algn="ctr">
              <a:defRPr sz="1200" b="0">
                <a:solidFill>
                  <a:srgbClr val="59697B"/>
                </a:solidFill>
                <a:latin typeface="Arial"/>
                <a:ea typeface="Arial"/>
                <a:cs typeface="Arial"/>
              </a:defRPr>
            </a:lvl6pPr>
            <a:lvl7pPr algn="ctr">
              <a:defRPr sz="1200" b="0">
                <a:solidFill>
                  <a:srgbClr val="59697B"/>
                </a:solidFill>
                <a:latin typeface="Arial"/>
                <a:ea typeface="Arial"/>
                <a:cs typeface="Arial"/>
              </a:defRPr>
            </a:lvl7pPr>
            <a:lvl8pPr algn="ctr">
              <a:defRPr sz="1200" b="0">
                <a:solidFill>
                  <a:srgbClr val="59697B"/>
                </a:solidFill>
                <a:latin typeface="Arial"/>
                <a:ea typeface="Arial"/>
                <a:cs typeface="Arial"/>
              </a:defRPr>
            </a:lvl8pPr>
            <a:lvl9pPr algn="ctr">
              <a:defRPr sz="1200" b="0">
                <a:solidFill>
                  <a:srgbClr val="59697B"/>
                </a:solidFill>
                <a:latin typeface="Arial"/>
                <a:ea typeface="Arial"/>
                <a:cs typeface="Arial"/>
              </a:defRPr>
            </a:lvl9pPr>
          </a:lstStyle>
          <a:p>
            <a:pPr algn="ctr">
              <a:defRPr sz="1200" b="0">
                <a:solidFill>
                  <a:srgbClr val="59697B"/>
                </a:solidFill>
                <a:latin typeface="Arial"/>
                <a:ea typeface="Arial"/>
                <a:cs typeface="Arial"/>
              </a:defRPr>
            </a:pPr>
            <a:r>
              <a:rPr sz="1200" b="0">
                <a:solidFill>
                  <a:srgbClr val="59697B"/>
                </a:solidFill>
                <a:latin typeface="Arial"/>
                <a:ea typeface="Arial"/>
                <a:cs typeface="Arial"/>
              </a:rPr>
              <a:t>Upload an image, paste a screenshot, or use the webcam</a:t>
            </a:r>
          </a:p>
        </p:txBody>
      </p:sp>
      <p:pic>
        <p:nvPicPr>
          <p:cNvPr id="3" name="Picture 2">
            <a:extLst>
              <a:ext uri="{FF2B5EF4-FFF2-40B4-BE49-F238E27FC236}">
                <a16:creationId xmlns:a16="http://schemas.microsoft.com/office/drawing/2014/main" id="{CDAE63D7-4A8A-4787-83E6-5A4F26DC20B7}"/>
              </a:ext>
            </a:extLst>
          </p:cNvPr>
          <p:cNvPicPr>
            <a:picLocks noChangeAspect="1"/>
          </p:cNvPicPr>
          <p:nvPr/>
        </p:nvPicPr>
        <p:blipFill>
          <a:blip r:embed="rId3"/>
          <a:srcRect l="5900" t="15100" r="5500" b="23600"/>
          <a:stretch/>
        </p:blipFill>
        <p:spPr>
          <a:xfrm>
            <a:off x="457200" y="1876425"/>
            <a:ext cx="5629275" cy="2724150"/>
          </a:xfrm>
          <a:prstGeom prst="rect">
            <a:avLst/>
          </a:prstGeom>
        </p:spPr>
      </p:pic>
      <p:sp>
        <p:nvSpPr>
          <p:cNvPr id="4" name="input-heading">
            <a:extLst>
              <a:ext uri="{FF2B5EF4-FFF2-40B4-BE49-F238E27FC236}">
                <a16:creationId xmlns:a16="http://schemas.microsoft.com/office/drawing/2014/main" id="{3B2B53BF-16F5-4D08-8125-5AF062D06433}"/>
              </a:ext>
            </a:extLst>
          </p:cNvPr>
          <p:cNvSpPr>
            <a:spLocks noGrp="1"/>
          </p:cNvSpPr>
          <p:nvPr/>
        </p:nvSpPr>
        <p:spPr>
          <a:xfrm>
            <a:off x="6372225" y="1876425"/>
            <a:ext cx="2314575" cy="295275"/>
          </a:xfrm>
          <a:prstGeom prst="rect">
            <a:avLst/>
          </a:prstGeom>
          <a:noFill/>
          <a:ln w="0">
            <a:noFill/>
            <a:prstDash val="solid"/>
          </a:ln>
        </p:spPr>
        <p:txBody>
          <a:bodyPr wrap="square" lIns="0" tIns="0" rIns="0" bIns="0" anchor="t">
            <a:noAutofit/>
          </a:bodyPr>
          <a:lstStyle>
            <a:defPPr algn="l">
              <a:defRPr sz="1500" b="1">
                <a:solidFill>
                  <a:srgbClr val="148991"/>
                </a:solidFill>
                <a:latin typeface="Arial"/>
                <a:ea typeface="Arial"/>
                <a:cs typeface="Arial"/>
              </a:defRPr>
            </a:defPPr>
            <a:lvl1pPr algn="l">
              <a:defRPr sz="1500" b="1">
                <a:solidFill>
                  <a:srgbClr val="148991"/>
                </a:solidFill>
                <a:latin typeface="Arial"/>
                <a:ea typeface="Arial"/>
                <a:cs typeface="Arial"/>
              </a:defRPr>
            </a:lvl1pPr>
            <a:lvl2pPr algn="l">
              <a:defRPr sz="1500" b="1">
                <a:solidFill>
                  <a:srgbClr val="148991"/>
                </a:solidFill>
                <a:latin typeface="Arial"/>
                <a:ea typeface="Arial"/>
                <a:cs typeface="Arial"/>
              </a:defRPr>
            </a:lvl2pPr>
            <a:lvl3pPr algn="l">
              <a:defRPr sz="1500" b="1">
                <a:solidFill>
                  <a:srgbClr val="148991"/>
                </a:solidFill>
                <a:latin typeface="Arial"/>
                <a:ea typeface="Arial"/>
                <a:cs typeface="Arial"/>
              </a:defRPr>
            </a:lvl3pPr>
            <a:lvl4pPr algn="l">
              <a:defRPr sz="1500" b="1">
                <a:solidFill>
                  <a:srgbClr val="148991"/>
                </a:solidFill>
                <a:latin typeface="Arial"/>
                <a:ea typeface="Arial"/>
                <a:cs typeface="Arial"/>
              </a:defRPr>
            </a:lvl4pPr>
            <a:lvl5pPr algn="l">
              <a:defRPr sz="1500" b="1">
                <a:solidFill>
                  <a:srgbClr val="148991"/>
                </a:solidFill>
                <a:latin typeface="Arial"/>
                <a:ea typeface="Arial"/>
                <a:cs typeface="Arial"/>
              </a:defRPr>
            </a:lvl5pPr>
            <a:lvl6pPr algn="l">
              <a:defRPr sz="1500" b="1">
                <a:solidFill>
                  <a:srgbClr val="148991"/>
                </a:solidFill>
                <a:latin typeface="Arial"/>
                <a:ea typeface="Arial"/>
                <a:cs typeface="Arial"/>
              </a:defRPr>
            </a:lvl6pPr>
            <a:lvl7pPr algn="l">
              <a:defRPr sz="1500" b="1">
                <a:solidFill>
                  <a:srgbClr val="148991"/>
                </a:solidFill>
                <a:latin typeface="Arial"/>
                <a:ea typeface="Arial"/>
                <a:cs typeface="Arial"/>
              </a:defRPr>
            </a:lvl7pPr>
            <a:lvl8pPr algn="l">
              <a:defRPr sz="1500" b="1">
                <a:solidFill>
                  <a:srgbClr val="148991"/>
                </a:solidFill>
                <a:latin typeface="Arial"/>
                <a:ea typeface="Arial"/>
                <a:cs typeface="Arial"/>
              </a:defRPr>
            </a:lvl8pPr>
            <a:lvl9pPr algn="l">
              <a:defRPr sz="1500" b="1">
                <a:solidFill>
                  <a:srgbClr val="148991"/>
                </a:solidFill>
                <a:latin typeface="Arial"/>
                <a:ea typeface="Arial"/>
                <a:cs typeface="Arial"/>
              </a:defRPr>
            </a:lvl9pPr>
          </a:lstStyle>
          <a:p>
            <a:pPr algn="l">
              <a:defRPr sz="1500" b="1">
                <a:solidFill>
                  <a:srgbClr val="148991"/>
                </a:solidFill>
                <a:latin typeface="Arial"/>
                <a:ea typeface="Arial"/>
                <a:cs typeface="Arial"/>
              </a:defRPr>
            </a:pPr>
            <a:r>
              <a:rPr sz="1500" b="1">
                <a:solidFill>
                  <a:srgbClr val="148991"/>
                </a:solidFill>
                <a:latin typeface="Arial"/>
                <a:ea typeface="Arial"/>
                <a:cs typeface="Arial"/>
              </a:rPr>
              <a:t>Image input</a:t>
            </a:r>
          </a:p>
        </p:txBody>
      </p:sp>
      <p:sp>
        <p:nvSpPr>
          <p:cNvPr id="5" name="input-description">
            <a:extLst>
              <a:ext uri="{FF2B5EF4-FFF2-40B4-BE49-F238E27FC236}">
                <a16:creationId xmlns:a16="http://schemas.microsoft.com/office/drawing/2014/main" id="{AE908CEA-F489-4023-9E46-D6F6FDBEED3E}"/>
              </a:ext>
            </a:extLst>
          </p:cNvPr>
          <p:cNvSpPr>
            <a:spLocks noGrp="1"/>
          </p:cNvSpPr>
          <p:nvPr/>
        </p:nvSpPr>
        <p:spPr>
          <a:xfrm>
            <a:off x="6372225" y="2209800"/>
            <a:ext cx="2314575" cy="790575"/>
          </a:xfrm>
          <a:prstGeom prst="rect">
            <a:avLst/>
          </a:prstGeom>
          <a:noFill/>
          <a:ln w="0">
            <a:noFill/>
            <a:prstDash val="solid"/>
          </a:ln>
        </p:spPr>
        <p:txBody>
          <a:bodyPr wrap="square" lIns="0" tIns="0" rIns="0" bIns="0" anchor="t">
            <a:noAutofit/>
          </a:bodyPr>
          <a:lstStyle>
            <a:defPPr algn="l">
              <a:defRPr sz="1300" b="0">
                <a:solidFill>
                  <a:srgbClr val="182841"/>
                </a:solidFill>
                <a:latin typeface="Arial"/>
                <a:ea typeface="Arial"/>
                <a:cs typeface="Arial"/>
              </a:defRPr>
            </a:defPPr>
            <a:lvl1pPr algn="l">
              <a:defRPr sz="1300" b="0">
                <a:solidFill>
                  <a:srgbClr val="182841"/>
                </a:solidFill>
                <a:latin typeface="Arial"/>
                <a:ea typeface="Arial"/>
                <a:cs typeface="Arial"/>
              </a:defRPr>
            </a:lvl1pPr>
            <a:lvl2pPr algn="l">
              <a:defRPr sz="1300" b="0">
                <a:solidFill>
                  <a:srgbClr val="182841"/>
                </a:solidFill>
                <a:latin typeface="Arial"/>
                <a:ea typeface="Arial"/>
                <a:cs typeface="Arial"/>
              </a:defRPr>
            </a:lvl2pPr>
            <a:lvl3pPr algn="l">
              <a:defRPr sz="1300" b="0">
                <a:solidFill>
                  <a:srgbClr val="182841"/>
                </a:solidFill>
                <a:latin typeface="Arial"/>
                <a:ea typeface="Arial"/>
                <a:cs typeface="Arial"/>
              </a:defRPr>
            </a:lvl3pPr>
            <a:lvl4pPr algn="l">
              <a:defRPr sz="1300" b="0">
                <a:solidFill>
                  <a:srgbClr val="182841"/>
                </a:solidFill>
                <a:latin typeface="Arial"/>
                <a:ea typeface="Arial"/>
                <a:cs typeface="Arial"/>
              </a:defRPr>
            </a:lvl4pPr>
            <a:lvl5pPr algn="l">
              <a:defRPr sz="1300" b="0">
                <a:solidFill>
                  <a:srgbClr val="182841"/>
                </a:solidFill>
                <a:latin typeface="Arial"/>
                <a:ea typeface="Arial"/>
                <a:cs typeface="Arial"/>
              </a:defRPr>
            </a:lvl5pPr>
            <a:lvl6pPr algn="l">
              <a:defRPr sz="1300" b="0">
                <a:solidFill>
                  <a:srgbClr val="182841"/>
                </a:solidFill>
                <a:latin typeface="Arial"/>
                <a:ea typeface="Arial"/>
                <a:cs typeface="Arial"/>
              </a:defRPr>
            </a:lvl6pPr>
            <a:lvl7pPr algn="l">
              <a:defRPr sz="1300" b="0">
                <a:solidFill>
                  <a:srgbClr val="182841"/>
                </a:solidFill>
                <a:latin typeface="Arial"/>
                <a:ea typeface="Arial"/>
                <a:cs typeface="Arial"/>
              </a:defRPr>
            </a:lvl7pPr>
            <a:lvl8pPr algn="l">
              <a:defRPr sz="1300" b="0">
                <a:solidFill>
                  <a:srgbClr val="182841"/>
                </a:solidFill>
                <a:latin typeface="Arial"/>
                <a:ea typeface="Arial"/>
                <a:cs typeface="Arial"/>
              </a:defRPr>
            </a:lvl8pPr>
            <a:lvl9pPr algn="l">
              <a:defRPr sz="1300" b="0">
                <a:solidFill>
                  <a:srgbClr val="182841"/>
                </a:solidFill>
                <a:latin typeface="Arial"/>
                <a:ea typeface="Arial"/>
                <a:cs typeface="Arial"/>
              </a:defRPr>
            </a:lvl9pPr>
          </a:lstStyle>
          <a:p>
            <a:pPr algn="l">
              <a:defRPr sz="1300" b="0">
                <a:solidFill>
                  <a:srgbClr val="182841"/>
                </a:solidFill>
                <a:latin typeface="Arial"/>
                <a:ea typeface="Arial"/>
                <a:cs typeface="Arial"/>
              </a:defRPr>
            </a:pPr>
            <a:r>
              <a:rPr sz="1300" b="0">
                <a:solidFill>
                  <a:srgbClr val="182841"/>
                </a:solidFill>
                <a:latin typeface="Arial"/>
                <a:ea typeface="Arial"/>
                <a:cs typeface="Arial"/>
              </a:rPr>
              <a:t>Drag a file into Input, paste with Ctrl/Cmd+V, or use the webcam.</a:t>
            </a:r>
          </a:p>
        </p:txBody>
      </p:sp>
      <p:sp>
        <p:nvSpPr>
          <p:cNvPr id="6" name="settings-heading">
            <a:extLst>
              <a:ext uri="{FF2B5EF4-FFF2-40B4-BE49-F238E27FC236}">
                <a16:creationId xmlns:a16="http://schemas.microsoft.com/office/drawing/2014/main" id="{FD10B901-A7A5-4D62-B7B0-EDA9C5819EBD}"/>
              </a:ext>
            </a:extLst>
          </p:cNvPr>
          <p:cNvSpPr>
            <a:spLocks noGrp="1"/>
          </p:cNvSpPr>
          <p:nvPr/>
        </p:nvSpPr>
        <p:spPr>
          <a:xfrm>
            <a:off x="6372225" y="3143250"/>
            <a:ext cx="2314575" cy="295275"/>
          </a:xfrm>
          <a:prstGeom prst="rect">
            <a:avLst/>
          </a:prstGeom>
          <a:noFill/>
          <a:ln w="0">
            <a:noFill/>
            <a:prstDash val="solid"/>
          </a:ln>
        </p:spPr>
        <p:txBody>
          <a:bodyPr wrap="square" lIns="0" tIns="0" rIns="0" bIns="0" anchor="t">
            <a:noAutofit/>
          </a:bodyPr>
          <a:lstStyle>
            <a:defPPr algn="l">
              <a:defRPr sz="1500" b="1">
                <a:solidFill>
                  <a:srgbClr val="148991"/>
                </a:solidFill>
                <a:latin typeface="Arial"/>
                <a:ea typeface="Arial"/>
                <a:cs typeface="Arial"/>
              </a:defRPr>
            </a:defPPr>
            <a:lvl1pPr algn="l">
              <a:defRPr sz="1500" b="1">
                <a:solidFill>
                  <a:srgbClr val="148991"/>
                </a:solidFill>
                <a:latin typeface="Arial"/>
                <a:ea typeface="Arial"/>
                <a:cs typeface="Arial"/>
              </a:defRPr>
            </a:lvl1pPr>
            <a:lvl2pPr algn="l">
              <a:defRPr sz="1500" b="1">
                <a:solidFill>
                  <a:srgbClr val="148991"/>
                </a:solidFill>
                <a:latin typeface="Arial"/>
                <a:ea typeface="Arial"/>
                <a:cs typeface="Arial"/>
              </a:defRPr>
            </a:lvl2pPr>
            <a:lvl3pPr algn="l">
              <a:defRPr sz="1500" b="1">
                <a:solidFill>
                  <a:srgbClr val="148991"/>
                </a:solidFill>
                <a:latin typeface="Arial"/>
                <a:ea typeface="Arial"/>
                <a:cs typeface="Arial"/>
              </a:defRPr>
            </a:lvl3pPr>
            <a:lvl4pPr algn="l">
              <a:defRPr sz="1500" b="1">
                <a:solidFill>
                  <a:srgbClr val="148991"/>
                </a:solidFill>
                <a:latin typeface="Arial"/>
                <a:ea typeface="Arial"/>
                <a:cs typeface="Arial"/>
              </a:defRPr>
            </a:lvl4pPr>
            <a:lvl5pPr algn="l">
              <a:defRPr sz="1500" b="1">
                <a:solidFill>
                  <a:srgbClr val="148991"/>
                </a:solidFill>
                <a:latin typeface="Arial"/>
                <a:ea typeface="Arial"/>
                <a:cs typeface="Arial"/>
              </a:defRPr>
            </a:lvl5pPr>
            <a:lvl6pPr algn="l">
              <a:defRPr sz="1500" b="1">
                <a:solidFill>
                  <a:srgbClr val="148991"/>
                </a:solidFill>
                <a:latin typeface="Arial"/>
                <a:ea typeface="Arial"/>
                <a:cs typeface="Arial"/>
              </a:defRPr>
            </a:lvl6pPr>
            <a:lvl7pPr algn="l">
              <a:defRPr sz="1500" b="1">
                <a:solidFill>
                  <a:srgbClr val="148991"/>
                </a:solidFill>
                <a:latin typeface="Arial"/>
                <a:ea typeface="Arial"/>
                <a:cs typeface="Arial"/>
              </a:defRPr>
            </a:lvl7pPr>
            <a:lvl8pPr algn="l">
              <a:defRPr sz="1500" b="1">
                <a:solidFill>
                  <a:srgbClr val="148991"/>
                </a:solidFill>
                <a:latin typeface="Arial"/>
                <a:ea typeface="Arial"/>
                <a:cs typeface="Arial"/>
              </a:defRPr>
            </a:lvl8pPr>
            <a:lvl9pPr algn="l">
              <a:defRPr sz="1500" b="1">
                <a:solidFill>
                  <a:srgbClr val="148991"/>
                </a:solidFill>
                <a:latin typeface="Arial"/>
                <a:ea typeface="Arial"/>
                <a:cs typeface="Arial"/>
              </a:defRPr>
            </a:lvl9pPr>
          </a:lstStyle>
          <a:p>
            <a:pPr algn="l">
              <a:defRPr sz="1500" b="1">
                <a:solidFill>
                  <a:srgbClr val="148991"/>
                </a:solidFill>
                <a:latin typeface="Arial"/>
                <a:ea typeface="Arial"/>
                <a:cs typeface="Arial"/>
              </a:defRPr>
            </a:pPr>
            <a:r>
              <a:rPr sz="1500" b="1">
                <a:solidFill>
                  <a:srgbClr val="148991"/>
                </a:solidFill>
                <a:latin typeface="Arial"/>
                <a:ea typeface="Arial"/>
                <a:cs typeface="Arial"/>
              </a:rPr>
              <a:t>Default settings</a:t>
            </a:r>
          </a:p>
        </p:txBody>
      </p:sp>
      <p:sp>
        <p:nvSpPr>
          <p:cNvPr id="7" name="settings-description">
            <a:extLst>
              <a:ext uri="{FF2B5EF4-FFF2-40B4-BE49-F238E27FC236}">
                <a16:creationId xmlns:a16="http://schemas.microsoft.com/office/drawing/2014/main" id="{60FC7521-B97A-4624-BB9D-3F3DF6BC70BA}"/>
              </a:ext>
            </a:extLst>
          </p:cNvPr>
          <p:cNvSpPr>
            <a:spLocks noGrp="1"/>
          </p:cNvSpPr>
          <p:nvPr/>
        </p:nvSpPr>
        <p:spPr>
          <a:xfrm>
            <a:off x="6372225" y="3476625"/>
            <a:ext cx="2314575" cy="657225"/>
          </a:xfrm>
          <a:prstGeom prst="rect">
            <a:avLst/>
          </a:prstGeom>
          <a:noFill/>
          <a:ln w="0">
            <a:noFill/>
            <a:prstDash val="solid"/>
          </a:ln>
        </p:spPr>
        <p:txBody>
          <a:bodyPr wrap="square" lIns="0" tIns="0" rIns="0" bIns="0" anchor="t">
            <a:noAutofit/>
          </a:bodyPr>
          <a:lstStyle>
            <a:defPPr algn="l">
              <a:defRPr sz="1300" b="0">
                <a:solidFill>
                  <a:srgbClr val="182841"/>
                </a:solidFill>
                <a:latin typeface="Arial"/>
                <a:ea typeface="Arial"/>
                <a:cs typeface="Arial"/>
              </a:defRPr>
            </a:defPPr>
            <a:lvl1pPr algn="l">
              <a:defRPr sz="1300" b="0">
                <a:solidFill>
                  <a:srgbClr val="182841"/>
                </a:solidFill>
                <a:latin typeface="Arial"/>
                <a:ea typeface="Arial"/>
                <a:cs typeface="Arial"/>
              </a:defRPr>
            </a:lvl1pPr>
            <a:lvl2pPr algn="l">
              <a:defRPr sz="1300" b="0">
                <a:solidFill>
                  <a:srgbClr val="182841"/>
                </a:solidFill>
                <a:latin typeface="Arial"/>
                <a:ea typeface="Arial"/>
                <a:cs typeface="Arial"/>
              </a:defRPr>
            </a:lvl2pPr>
            <a:lvl3pPr algn="l">
              <a:defRPr sz="1300" b="0">
                <a:solidFill>
                  <a:srgbClr val="182841"/>
                </a:solidFill>
                <a:latin typeface="Arial"/>
                <a:ea typeface="Arial"/>
                <a:cs typeface="Arial"/>
              </a:defRPr>
            </a:lvl3pPr>
            <a:lvl4pPr algn="l">
              <a:defRPr sz="1300" b="0">
                <a:solidFill>
                  <a:srgbClr val="182841"/>
                </a:solidFill>
                <a:latin typeface="Arial"/>
                <a:ea typeface="Arial"/>
                <a:cs typeface="Arial"/>
              </a:defRPr>
            </a:lvl4pPr>
            <a:lvl5pPr algn="l">
              <a:defRPr sz="1300" b="0">
                <a:solidFill>
                  <a:srgbClr val="182841"/>
                </a:solidFill>
                <a:latin typeface="Arial"/>
                <a:ea typeface="Arial"/>
                <a:cs typeface="Arial"/>
              </a:defRPr>
            </a:lvl5pPr>
            <a:lvl6pPr algn="l">
              <a:defRPr sz="1300" b="0">
                <a:solidFill>
                  <a:srgbClr val="182841"/>
                </a:solidFill>
                <a:latin typeface="Arial"/>
                <a:ea typeface="Arial"/>
                <a:cs typeface="Arial"/>
              </a:defRPr>
            </a:lvl6pPr>
            <a:lvl7pPr algn="l">
              <a:defRPr sz="1300" b="0">
                <a:solidFill>
                  <a:srgbClr val="182841"/>
                </a:solidFill>
                <a:latin typeface="Arial"/>
                <a:ea typeface="Arial"/>
                <a:cs typeface="Arial"/>
              </a:defRPr>
            </a:lvl7pPr>
            <a:lvl8pPr algn="l">
              <a:defRPr sz="1300" b="0">
                <a:solidFill>
                  <a:srgbClr val="182841"/>
                </a:solidFill>
                <a:latin typeface="Arial"/>
                <a:ea typeface="Arial"/>
                <a:cs typeface="Arial"/>
              </a:defRPr>
            </a:lvl8pPr>
            <a:lvl9pPr algn="l">
              <a:defRPr sz="1300" b="0">
                <a:solidFill>
                  <a:srgbClr val="182841"/>
                </a:solidFill>
                <a:latin typeface="Arial"/>
                <a:ea typeface="Arial"/>
                <a:cs typeface="Arial"/>
              </a:defRPr>
            </a:lvl9pPr>
          </a:lstStyle>
          <a:p>
            <a:pPr algn="l">
              <a:defRPr sz="1300" b="0">
                <a:solidFill>
                  <a:srgbClr val="182841"/>
                </a:solidFill>
                <a:latin typeface="Arial"/>
                <a:ea typeface="Arial"/>
                <a:cs typeface="Arial"/>
              </a:defRPr>
            </a:pPr>
            <a:r>
              <a:rPr sz="1300" b="0">
                <a:solidFill>
                  <a:srgbClr val="182841"/>
                </a:solidFill>
                <a:latin typeface="Arial"/>
                <a:ea typeface="Arial"/>
                <a:cs typeface="Arial"/>
              </a:rPr>
              <a:t>Unknown threshold: 0.61</a:t>
            </a:r>
          </a:p>
          <a:p>
            <a:pPr algn="l">
              <a:defRPr sz="1300" b="0">
                <a:solidFill>
                  <a:srgbClr val="182841"/>
                </a:solidFill>
                <a:latin typeface="Arial"/>
                <a:ea typeface="Arial"/>
                <a:cs typeface="Arial"/>
              </a:defRPr>
            </a:pPr>
            <a:r>
              <a:rPr sz="1300" b="0">
                <a:solidFill>
                  <a:srgbClr val="182841"/>
                </a:solidFill>
                <a:latin typeface="Arial"/>
                <a:ea typeface="Arial"/>
                <a:cs typeface="Arial"/>
              </a:rPr>
              <a:t>YOLOv8n weight: 0.50</a:t>
            </a:r>
          </a:p>
        </p:txBody>
      </p:sp>
      <p:sp>
        <p:nvSpPr>
          <p:cNvPr id="8" name="identify-description">
            <a:extLst>
              <a:ext uri="{FF2B5EF4-FFF2-40B4-BE49-F238E27FC236}">
                <a16:creationId xmlns:a16="http://schemas.microsoft.com/office/drawing/2014/main" id="{BEE532A6-F2D2-43E3-90B7-A3D58BD04880}"/>
              </a:ext>
            </a:extLst>
          </p:cNvPr>
          <p:cNvSpPr>
            <a:spLocks noGrp="1"/>
          </p:cNvSpPr>
          <p:nvPr/>
        </p:nvSpPr>
        <p:spPr>
          <a:xfrm>
            <a:off x="6372225" y="4295775"/>
            <a:ext cx="2314575" cy="447675"/>
          </a:xfrm>
          <a:prstGeom prst="rect">
            <a:avLst/>
          </a:prstGeom>
          <a:noFill/>
          <a:ln w="0">
            <a:noFill/>
            <a:prstDash val="solid"/>
          </a:ln>
        </p:spPr>
        <p:txBody>
          <a:bodyPr wrap="square" lIns="0" tIns="0" rIns="0" bIns="0" anchor="t">
            <a:noAutofit/>
          </a:bodyPr>
          <a:lstStyle>
            <a:defPPr algn="l">
              <a:defRPr sz="1300" b="0">
                <a:solidFill>
                  <a:srgbClr val="59697B"/>
                </a:solidFill>
                <a:latin typeface="Arial"/>
                <a:ea typeface="Arial"/>
                <a:cs typeface="Arial"/>
              </a:defRPr>
            </a:defPPr>
            <a:lvl1pPr algn="l">
              <a:defRPr sz="1300" b="0">
                <a:solidFill>
                  <a:srgbClr val="59697B"/>
                </a:solidFill>
                <a:latin typeface="Arial"/>
                <a:ea typeface="Arial"/>
                <a:cs typeface="Arial"/>
              </a:defRPr>
            </a:lvl1pPr>
            <a:lvl2pPr algn="l">
              <a:defRPr sz="1300" b="0">
                <a:solidFill>
                  <a:srgbClr val="59697B"/>
                </a:solidFill>
                <a:latin typeface="Arial"/>
                <a:ea typeface="Arial"/>
                <a:cs typeface="Arial"/>
              </a:defRPr>
            </a:lvl2pPr>
            <a:lvl3pPr algn="l">
              <a:defRPr sz="1300" b="0">
                <a:solidFill>
                  <a:srgbClr val="59697B"/>
                </a:solidFill>
                <a:latin typeface="Arial"/>
                <a:ea typeface="Arial"/>
                <a:cs typeface="Arial"/>
              </a:defRPr>
            </a:lvl3pPr>
            <a:lvl4pPr algn="l">
              <a:defRPr sz="1300" b="0">
                <a:solidFill>
                  <a:srgbClr val="59697B"/>
                </a:solidFill>
                <a:latin typeface="Arial"/>
                <a:ea typeface="Arial"/>
                <a:cs typeface="Arial"/>
              </a:defRPr>
            </a:lvl4pPr>
            <a:lvl5pPr algn="l">
              <a:defRPr sz="1300" b="0">
                <a:solidFill>
                  <a:srgbClr val="59697B"/>
                </a:solidFill>
                <a:latin typeface="Arial"/>
                <a:ea typeface="Arial"/>
                <a:cs typeface="Arial"/>
              </a:defRPr>
            </a:lvl5pPr>
            <a:lvl6pPr algn="l">
              <a:defRPr sz="1300" b="0">
                <a:solidFill>
                  <a:srgbClr val="59697B"/>
                </a:solidFill>
                <a:latin typeface="Arial"/>
                <a:ea typeface="Arial"/>
                <a:cs typeface="Arial"/>
              </a:defRPr>
            </a:lvl6pPr>
            <a:lvl7pPr algn="l">
              <a:defRPr sz="1300" b="0">
                <a:solidFill>
                  <a:srgbClr val="59697B"/>
                </a:solidFill>
                <a:latin typeface="Arial"/>
                <a:ea typeface="Arial"/>
                <a:cs typeface="Arial"/>
              </a:defRPr>
            </a:lvl7pPr>
            <a:lvl8pPr algn="l">
              <a:defRPr sz="1300" b="0">
                <a:solidFill>
                  <a:srgbClr val="59697B"/>
                </a:solidFill>
                <a:latin typeface="Arial"/>
                <a:ea typeface="Arial"/>
                <a:cs typeface="Arial"/>
              </a:defRPr>
            </a:lvl8pPr>
            <a:lvl9pPr algn="l">
              <a:defRPr sz="1300" b="0">
                <a:solidFill>
                  <a:srgbClr val="59697B"/>
                </a:solidFill>
                <a:latin typeface="Arial"/>
                <a:ea typeface="Arial"/>
                <a:cs typeface="Arial"/>
              </a:defRPr>
            </a:lvl9pPr>
          </a:lstStyle>
          <a:p>
            <a:pPr algn="l">
              <a:defRPr sz="1300" b="0">
                <a:solidFill>
                  <a:srgbClr val="59697B"/>
                </a:solidFill>
                <a:latin typeface="Arial"/>
                <a:ea typeface="Arial"/>
                <a:cs typeface="Arial"/>
              </a:defRPr>
            </a:pPr>
            <a:r>
              <a:rPr sz="1300" b="0">
                <a:solidFill>
                  <a:srgbClr val="59697B"/>
                </a:solidFill>
                <a:latin typeface="Arial"/>
                <a:ea typeface="Arial"/>
                <a:cs typeface="Arial"/>
              </a:rPr>
              <a:t>Identify runs the prediction.</a:t>
            </a:r>
          </a:p>
        </p:txBody>
      </p:sp>
      <p:sp>
        <p:nvSpPr>
          <p:cNvPr id="9" name="refresh-note">
            <a:extLst>
              <a:ext uri="{FF2B5EF4-FFF2-40B4-BE49-F238E27FC236}">
                <a16:creationId xmlns:a16="http://schemas.microsoft.com/office/drawing/2014/main" id="{937B1ADF-1692-4DC4-A124-707738EB36ED}"/>
              </a:ext>
            </a:extLst>
          </p:cNvPr>
          <p:cNvSpPr>
            <a:spLocks noGrp="1"/>
          </p:cNvSpPr>
          <p:nvPr/>
        </p:nvSpPr>
        <p:spPr>
          <a:xfrm>
            <a:off x="457200" y="4791075"/>
            <a:ext cx="8229600" cy="266700"/>
          </a:xfrm>
          <a:prstGeom prst="rect">
            <a:avLst/>
          </a:prstGeom>
          <a:noFill/>
          <a:ln w="0">
            <a:noFill/>
            <a:prstDash val="solid"/>
          </a:ln>
        </p:spPr>
        <p:txBody>
          <a:bodyPr wrap="square" lIns="0" tIns="0" rIns="0" bIns="0" anchor="t">
            <a:noAutofit/>
          </a:bodyPr>
          <a:lstStyle>
            <a:defPPr algn="ctr">
              <a:defRPr sz="1300" b="0">
                <a:solidFill>
                  <a:srgbClr val="59697B"/>
                </a:solidFill>
                <a:latin typeface="Arial"/>
                <a:ea typeface="Arial"/>
                <a:cs typeface="Arial"/>
              </a:defRPr>
            </a:defPPr>
            <a:lvl1pPr algn="ctr">
              <a:defRPr sz="1300" b="0">
                <a:solidFill>
                  <a:srgbClr val="59697B"/>
                </a:solidFill>
                <a:latin typeface="Arial"/>
                <a:ea typeface="Arial"/>
                <a:cs typeface="Arial"/>
              </a:defRPr>
            </a:lvl1pPr>
            <a:lvl2pPr algn="ctr">
              <a:defRPr sz="1300" b="0">
                <a:solidFill>
                  <a:srgbClr val="59697B"/>
                </a:solidFill>
                <a:latin typeface="Arial"/>
                <a:ea typeface="Arial"/>
                <a:cs typeface="Arial"/>
              </a:defRPr>
            </a:lvl2pPr>
            <a:lvl3pPr algn="ctr">
              <a:defRPr sz="1300" b="0">
                <a:solidFill>
                  <a:srgbClr val="59697B"/>
                </a:solidFill>
                <a:latin typeface="Arial"/>
                <a:ea typeface="Arial"/>
                <a:cs typeface="Arial"/>
              </a:defRPr>
            </a:lvl3pPr>
            <a:lvl4pPr algn="ctr">
              <a:defRPr sz="1300" b="0">
                <a:solidFill>
                  <a:srgbClr val="59697B"/>
                </a:solidFill>
                <a:latin typeface="Arial"/>
                <a:ea typeface="Arial"/>
                <a:cs typeface="Arial"/>
              </a:defRPr>
            </a:lvl4pPr>
            <a:lvl5pPr algn="ctr">
              <a:defRPr sz="1300" b="0">
                <a:solidFill>
                  <a:srgbClr val="59697B"/>
                </a:solidFill>
                <a:latin typeface="Arial"/>
                <a:ea typeface="Arial"/>
                <a:cs typeface="Arial"/>
              </a:defRPr>
            </a:lvl5pPr>
            <a:lvl6pPr algn="ctr">
              <a:defRPr sz="1300" b="0">
                <a:solidFill>
                  <a:srgbClr val="59697B"/>
                </a:solidFill>
                <a:latin typeface="Arial"/>
                <a:ea typeface="Arial"/>
                <a:cs typeface="Arial"/>
              </a:defRPr>
            </a:lvl6pPr>
            <a:lvl7pPr algn="ctr">
              <a:defRPr sz="1300" b="0">
                <a:solidFill>
                  <a:srgbClr val="59697B"/>
                </a:solidFill>
                <a:latin typeface="Arial"/>
                <a:ea typeface="Arial"/>
                <a:cs typeface="Arial"/>
              </a:defRPr>
            </a:lvl7pPr>
            <a:lvl8pPr algn="ctr">
              <a:defRPr sz="1300" b="0">
                <a:solidFill>
                  <a:srgbClr val="59697B"/>
                </a:solidFill>
                <a:latin typeface="Arial"/>
                <a:ea typeface="Arial"/>
                <a:cs typeface="Arial"/>
              </a:defRPr>
            </a:lvl8pPr>
            <a:lvl9pPr algn="ctr">
              <a:defRPr sz="1300" b="0">
                <a:solidFill>
                  <a:srgbClr val="59697B"/>
                </a:solidFill>
                <a:latin typeface="Arial"/>
                <a:ea typeface="Arial"/>
                <a:cs typeface="Arial"/>
              </a:defRPr>
            </a:lvl9pPr>
          </a:lstStyle>
          <a:p>
            <a:pPr algn="ctr">
              <a:defRPr sz="1300" b="0">
                <a:solidFill>
                  <a:srgbClr val="59697B"/>
                </a:solidFill>
                <a:latin typeface="Arial"/>
                <a:ea typeface="Arial"/>
                <a:cs typeface="Arial"/>
              </a:defRPr>
            </a:pPr>
            <a:r>
              <a:rPr sz="1300" b="0">
                <a:solidFill>
                  <a:srgbClr val="59697B"/>
                </a:solidFill>
                <a:latin typeface="Arial"/>
                <a:ea typeface="Arial"/>
                <a:cs typeface="Arial"/>
              </a:rPr>
              <a:t>Results appear when an image loads. The Faces table shows the details.</a:t>
            </a:r>
          </a:p>
        </p:txBody>
      </p:sp>
    </p:spTree>
    <p:extLst>
      <p:ext uri="{BB962C8B-B14F-4D97-AF65-F5344CB8AC3E}">
        <p14:creationId xmlns:p14="http://schemas.microsoft.com/office/powerpoint/2010/main" val="173852570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831</Words>
  <Application>Microsoft Office PowerPoint</Application>
  <DocSecurity>0</DocSecurity>
  <PresentationFormat>On-screen Show (16:9)</PresentationFormat>
  <Paragraphs>88</Paragraphs>
  <Slides>6</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GARZA, Dario</cp:lastModifiedBy>
  <cp:revision>1</cp:revision>
  <dcterms:created xsi:type="dcterms:W3CDTF">2026-10-19T18:39:07Z</dcterms:created>
  <dcterms:modified xsi:type="dcterms:W3CDTF">2026-10-19T18:55:46Z</dcterms:modified>
</cp:coreProperties>
</file>